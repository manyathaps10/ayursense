
<file path=[Content_Types].xml><?xml version="1.0" encoding="utf-8"?>
<Types xmlns="http://schemas.openxmlformats.org/package/2006/content-types">
  <Default Extension="jpeg" ContentType="image/jpeg"/>
  <Default Extension="jpg" ContentType="image/jpeg"/>
  <Default Extension="mp4" ContentType="video/mp4"/>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45"/>
  </p:notesMasterIdLst>
  <p:sldIdLst>
    <p:sldId id="274" r:id="rId2"/>
    <p:sldId id="256" r:id="rId3"/>
    <p:sldId id="261" r:id="rId4"/>
    <p:sldId id="260" r:id="rId5"/>
    <p:sldId id="275" r:id="rId6"/>
    <p:sldId id="276" r:id="rId7"/>
    <p:sldId id="271" r:id="rId8"/>
    <p:sldId id="279" r:id="rId9"/>
    <p:sldId id="289" r:id="rId10"/>
    <p:sldId id="282" r:id="rId11"/>
    <p:sldId id="283" r:id="rId12"/>
    <p:sldId id="284" r:id="rId13"/>
    <p:sldId id="285" r:id="rId14"/>
    <p:sldId id="316" r:id="rId15"/>
    <p:sldId id="317" r:id="rId16"/>
    <p:sldId id="318" r:id="rId17"/>
    <p:sldId id="286" r:id="rId18"/>
    <p:sldId id="314" r:id="rId19"/>
    <p:sldId id="315" r:id="rId20"/>
    <p:sldId id="287" r:id="rId21"/>
    <p:sldId id="293" r:id="rId22"/>
    <p:sldId id="294" r:id="rId23"/>
    <p:sldId id="295" r:id="rId24"/>
    <p:sldId id="296" r:id="rId25"/>
    <p:sldId id="298" r:id="rId26"/>
    <p:sldId id="297" r:id="rId27"/>
    <p:sldId id="299" r:id="rId28"/>
    <p:sldId id="300" r:id="rId29"/>
    <p:sldId id="301" r:id="rId30"/>
    <p:sldId id="302" r:id="rId31"/>
    <p:sldId id="303" r:id="rId32"/>
    <p:sldId id="304" r:id="rId33"/>
    <p:sldId id="308" r:id="rId34"/>
    <p:sldId id="309" r:id="rId35"/>
    <p:sldId id="313" r:id="rId36"/>
    <p:sldId id="311" r:id="rId37"/>
    <p:sldId id="312" r:id="rId38"/>
    <p:sldId id="319" r:id="rId39"/>
    <p:sldId id="320" r:id="rId40"/>
    <p:sldId id="270" r:id="rId41"/>
    <p:sldId id="272" r:id="rId42"/>
    <p:sldId id="277" r:id="rId43"/>
    <p:sldId id="273" r:id="rId44"/>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asus" initials="a" lastIdx="2" clrIdx="0">
    <p:extLst>
      <p:ext uri="{19B8F6BF-5375-455C-9EA6-DF929625EA0E}">
        <p15:presenceInfo xmlns:p15="http://schemas.microsoft.com/office/powerpoint/2012/main" userId="asus" providerId="None"/>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BF9000"/>
    <a:srgbClr val="003300"/>
    <a:srgbClr val="CDACE6"/>
    <a:srgbClr val="9B5C94"/>
    <a:srgbClr val="9C5E99"/>
    <a:srgbClr val="A66BD3"/>
    <a:srgbClr val="548235"/>
    <a:srgbClr val="A7CF8D"/>
    <a:srgbClr val="91CF50"/>
    <a:srgbClr val="00AF5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831" autoAdjust="0"/>
    <p:restoredTop sz="95597" autoAdjust="0"/>
  </p:normalViewPr>
  <p:slideViewPr>
    <p:cSldViewPr snapToGrid="0">
      <p:cViewPr varScale="1">
        <p:scale>
          <a:sx n="91" d="100"/>
          <a:sy n="91" d="100"/>
        </p:scale>
        <p:origin x="331" y="67"/>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presProps" Target="presProps.xml"/><Relationship Id="rId50" Type="http://schemas.openxmlformats.org/officeDocument/2006/relationships/tableStyles" Target="tableStyle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viewProps" Target="viewProps.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commentAuthors" Target="commentAuthors.xml"/><Relationship Id="rId20" Type="http://schemas.openxmlformats.org/officeDocument/2006/relationships/slide" Target="slides/slide19.xml"/><Relationship Id="rId41" Type="http://schemas.openxmlformats.org/officeDocument/2006/relationships/slide" Target="slides/slide40.xml"/><Relationship Id="rId1" Type="http://schemas.openxmlformats.org/officeDocument/2006/relationships/slideMaster" Target="slideMasters/slideMaster1.xml"/><Relationship Id="rId6" Type="http://schemas.openxmlformats.org/officeDocument/2006/relationships/slide" Target="slides/slide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A1FD8A96-8787-410B-9340-460D1D34C910}" type="datetimeFigureOut">
              <a:rPr lang="en-US" smtClean="0"/>
              <a:t>4/27/2026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E927A79E-6051-411F-827C-F6CD5FC91357}" type="slidenum">
              <a:rPr lang="en-US" smtClean="0"/>
              <a:t>‹#›</a:t>
            </a:fld>
            <a:endParaRPr lang="en-US"/>
          </a:p>
        </p:txBody>
      </p:sp>
    </p:spTree>
    <p:extLst>
      <p:ext uri="{BB962C8B-B14F-4D97-AF65-F5344CB8AC3E}">
        <p14:creationId xmlns:p14="http://schemas.microsoft.com/office/powerpoint/2010/main" val="195619161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p:cNvSpPr>
            <a:spLocks noGrp="1"/>
          </p:cNvSpPr>
          <p:nvPr>
            <p:ph type="dt" sz="half" idx="10"/>
          </p:nvPr>
        </p:nvSpPr>
        <p:spPr/>
        <p:txBody>
          <a:bodyPr/>
          <a:lstStyle/>
          <a:p>
            <a:fld id="{1B6C1853-EAD6-40BF-9126-9355D1AA765C}" type="datetimeFigureOut">
              <a:rPr lang="en-US" smtClean="0"/>
              <a:t>4/27/2026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9C5A852D-43ED-47F7-9E35-B54F1AEEDE2C}" type="slidenum">
              <a:rPr lang="en-US" smtClean="0"/>
              <a:t>‹#›</a:t>
            </a:fld>
            <a:endParaRPr lang="en-US"/>
          </a:p>
        </p:txBody>
      </p:sp>
    </p:spTree>
    <p:extLst>
      <p:ext uri="{BB962C8B-B14F-4D97-AF65-F5344CB8AC3E}">
        <p14:creationId xmlns:p14="http://schemas.microsoft.com/office/powerpoint/2010/main" val="301020934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B6C1853-EAD6-40BF-9126-9355D1AA765C}" type="datetimeFigureOut">
              <a:rPr lang="en-US" smtClean="0"/>
              <a:t>4/27/2026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9C5A852D-43ED-47F7-9E35-B54F1AEEDE2C}" type="slidenum">
              <a:rPr lang="en-US" smtClean="0"/>
              <a:t>‹#›</a:t>
            </a:fld>
            <a:endParaRPr lang="en-US"/>
          </a:p>
        </p:txBody>
      </p:sp>
    </p:spTree>
    <p:extLst>
      <p:ext uri="{BB962C8B-B14F-4D97-AF65-F5344CB8AC3E}">
        <p14:creationId xmlns:p14="http://schemas.microsoft.com/office/powerpoint/2010/main" val="42351773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Edit Master text styles</a:t>
            </a:r>
          </a:p>
        </p:txBody>
      </p:sp>
      <p:sp>
        <p:nvSpPr>
          <p:cNvPr id="4" name="Date Placeholder 3"/>
          <p:cNvSpPr>
            <a:spLocks noGrp="1"/>
          </p:cNvSpPr>
          <p:nvPr>
            <p:ph type="dt" sz="half" idx="10"/>
          </p:nvPr>
        </p:nvSpPr>
        <p:spPr/>
        <p:txBody>
          <a:bodyPr/>
          <a:lstStyle/>
          <a:p>
            <a:fld id="{1B6C1853-EAD6-40BF-9126-9355D1AA765C}" type="datetimeFigureOut">
              <a:rPr lang="en-US" smtClean="0"/>
              <a:t>4/27/2026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9C5A852D-43ED-47F7-9E35-B54F1AEEDE2C}" type="slidenum">
              <a:rPr lang="en-US" smtClean="0"/>
              <a:t>‹#›</a:t>
            </a:fld>
            <a:endParaRPr lang="en-US"/>
          </a:p>
        </p:txBody>
      </p:sp>
    </p:spTree>
    <p:extLst>
      <p:ext uri="{BB962C8B-B14F-4D97-AF65-F5344CB8AC3E}">
        <p14:creationId xmlns:p14="http://schemas.microsoft.com/office/powerpoint/2010/main" val="410844160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838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72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1B6C1853-EAD6-40BF-9126-9355D1AA765C}" type="datetimeFigureOut">
              <a:rPr lang="en-US" smtClean="0"/>
              <a:t>4/27/2026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9C5A852D-43ED-47F7-9E35-B54F1AEEDE2C}" type="slidenum">
              <a:rPr lang="en-US" smtClean="0"/>
              <a:t>‹#›</a:t>
            </a:fld>
            <a:endParaRPr lang="en-US"/>
          </a:p>
        </p:txBody>
      </p:sp>
    </p:spTree>
    <p:extLst>
      <p:ext uri="{BB962C8B-B14F-4D97-AF65-F5344CB8AC3E}">
        <p14:creationId xmlns:p14="http://schemas.microsoft.com/office/powerpoint/2010/main" val="61856997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1B6C1853-EAD6-40BF-9126-9355D1AA765C}" type="datetimeFigureOut">
              <a:rPr lang="en-US" smtClean="0"/>
              <a:t>4/27/2026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9C5A852D-43ED-47F7-9E35-B54F1AEEDE2C}" type="slidenum">
              <a:rPr lang="en-US" smtClean="0"/>
              <a:t>‹#›</a:t>
            </a:fld>
            <a:endParaRPr lang="en-US"/>
          </a:p>
        </p:txBody>
      </p:sp>
    </p:spTree>
    <p:extLst>
      <p:ext uri="{BB962C8B-B14F-4D97-AF65-F5344CB8AC3E}">
        <p14:creationId xmlns:p14="http://schemas.microsoft.com/office/powerpoint/2010/main" val="122043937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1B6C1853-EAD6-40BF-9126-9355D1AA765C}" type="datetimeFigureOut">
              <a:rPr lang="en-US" smtClean="0"/>
              <a:t>4/27/2026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9C5A852D-43ED-47F7-9E35-B54F1AEEDE2C}" type="slidenum">
              <a:rPr lang="en-US" smtClean="0"/>
              <a:t>‹#›</a:t>
            </a:fld>
            <a:endParaRPr lang="en-US"/>
          </a:p>
        </p:txBody>
      </p:sp>
    </p:spTree>
    <p:extLst>
      <p:ext uri="{BB962C8B-B14F-4D97-AF65-F5344CB8AC3E}">
        <p14:creationId xmlns:p14="http://schemas.microsoft.com/office/powerpoint/2010/main" val="135090394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B6C1853-EAD6-40BF-9126-9355D1AA765C}" type="datetimeFigureOut">
              <a:rPr lang="en-US" smtClean="0"/>
              <a:t>4/27/2026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9C5A852D-43ED-47F7-9E35-B54F1AEEDE2C}" type="slidenum">
              <a:rPr lang="en-US" smtClean="0"/>
              <a:t>‹#›</a:t>
            </a:fld>
            <a:endParaRPr lang="en-US"/>
          </a:p>
        </p:txBody>
      </p:sp>
    </p:spTree>
    <p:extLst>
      <p:ext uri="{BB962C8B-B14F-4D97-AF65-F5344CB8AC3E}">
        <p14:creationId xmlns:p14="http://schemas.microsoft.com/office/powerpoint/2010/main" val="39067411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1B6C1853-EAD6-40BF-9126-9355D1AA765C}" type="datetimeFigureOut">
              <a:rPr lang="en-US" smtClean="0"/>
              <a:t>4/27/2026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9C5A852D-43ED-47F7-9E35-B54F1AEEDE2C}" type="slidenum">
              <a:rPr lang="en-US" smtClean="0"/>
              <a:t>‹#›</a:t>
            </a:fld>
            <a:endParaRPr lang="en-US"/>
          </a:p>
        </p:txBody>
      </p:sp>
    </p:spTree>
    <p:extLst>
      <p:ext uri="{BB962C8B-B14F-4D97-AF65-F5344CB8AC3E}">
        <p14:creationId xmlns:p14="http://schemas.microsoft.com/office/powerpoint/2010/main" val="394256638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1B6C1853-EAD6-40BF-9126-9355D1AA765C}" type="datetimeFigureOut">
              <a:rPr lang="en-US" smtClean="0"/>
              <a:t>4/27/2026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9C5A852D-43ED-47F7-9E35-B54F1AEEDE2C}" type="slidenum">
              <a:rPr lang="en-US" smtClean="0"/>
              <a:t>‹#›</a:t>
            </a:fld>
            <a:endParaRPr lang="en-US"/>
          </a:p>
        </p:txBody>
      </p:sp>
    </p:spTree>
    <p:extLst>
      <p:ext uri="{BB962C8B-B14F-4D97-AF65-F5344CB8AC3E}">
        <p14:creationId xmlns:p14="http://schemas.microsoft.com/office/powerpoint/2010/main" val="11348744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B6C1853-EAD6-40BF-9126-9355D1AA765C}" type="datetimeFigureOut">
              <a:rPr lang="en-US" smtClean="0"/>
              <a:t>4/27/2026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9C5A852D-43ED-47F7-9E35-B54F1AEEDE2C}" type="slidenum">
              <a:rPr lang="en-US" smtClean="0"/>
              <a:t>‹#›</a:t>
            </a:fld>
            <a:endParaRPr lang="en-US"/>
          </a:p>
        </p:txBody>
      </p:sp>
    </p:spTree>
    <p:extLst>
      <p:ext uri="{BB962C8B-B14F-4D97-AF65-F5344CB8AC3E}">
        <p14:creationId xmlns:p14="http://schemas.microsoft.com/office/powerpoint/2010/main" val="332263688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B6C1853-EAD6-40BF-9126-9355D1AA765C}" type="datetimeFigureOut">
              <a:rPr lang="en-US" smtClean="0"/>
              <a:t>4/27/2026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9C5A852D-43ED-47F7-9E35-B54F1AEEDE2C}" type="slidenum">
              <a:rPr lang="en-US" smtClean="0"/>
              <a:t>‹#›</a:t>
            </a:fld>
            <a:endParaRPr lang="en-US"/>
          </a:p>
        </p:txBody>
      </p:sp>
    </p:spTree>
    <p:extLst>
      <p:ext uri="{BB962C8B-B14F-4D97-AF65-F5344CB8AC3E}">
        <p14:creationId xmlns:p14="http://schemas.microsoft.com/office/powerpoint/2010/main" val="30132228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B6C1853-EAD6-40BF-9126-9355D1AA765C}" type="datetimeFigureOut">
              <a:rPr lang="en-US" smtClean="0"/>
              <a:t>4/27/2026</a:t>
            </a:fld>
            <a:endParaRPr lang="en-US"/>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9C5A852D-43ED-47F7-9E35-B54F1AEEDE2C}" type="slidenum">
              <a:rPr lang="en-US" smtClean="0"/>
              <a:t>‹#›</a:t>
            </a:fld>
            <a:endParaRPr lang="en-US"/>
          </a:p>
        </p:txBody>
      </p:sp>
    </p:spTree>
    <p:extLst>
      <p:ext uri="{BB962C8B-B14F-4D97-AF65-F5344CB8AC3E}">
        <p14:creationId xmlns:p14="http://schemas.microsoft.com/office/powerpoint/2010/main" val="3221101780"/>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3" Type="http://schemas.openxmlformats.org/officeDocument/2006/relationships/slideLayout" Target="../slideLayouts/slideLayout1.xml"/><Relationship Id="rId2" Type="http://schemas.openxmlformats.org/officeDocument/2006/relationships/video" Target="../media/media1.mp4"/><Relationship Id="rId1" Type="http://schemas.microsoft.com/office/2007/relationships/media" Target="../media/media1.mp4"/><Relationship Id="rId4" Type="http://schemas.openxmlformats.org/officeDocument/2006/relationships/image" Target="../media/image2.png"/></Relationships>
</file>

<file path=ppt/slides/_rels/slide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Layout" Target="../slideLayouts/slideLayout7.xml"/><Relationship Id="rId5" Type="http://schemas.openxmlformats.org/officeDocument/2006/relationships/image" Target="../media/image6.png"/><Relationship Id="rId4" Type="http://schemas.openxmlformats.org/officeDocument/2006/relationships/image" Target="../media/image5.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png"/><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image" Target="../media/image11.jpg"/><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2" Type="http://schemas.openxmlformats.org/officeDocument/2006/relationships/image" Target="../media/image12.jpg"/><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3.png"/><Relationship Id="rId1" Type="http://schemas.openxmlformats.org/officeDocument/2006/relationships/slideLayout" Target="../slideLayouts/slideLayout7.xml"/><Relationship Id="rId5" Type="http://schemas.openxmlformats.org/officeDocument/2006/relationships/image" Target="../media/image16.png"/><Relationship Id="rId4" Type="http://schemas.openxmlformats.org/officeDocument/2006/relationships/image" Target="../media/image15.png"/></Relationships>
</file>

<file path=ppt/slides/_rels/slide13.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image" Target="../media/image17.png"/><Relationship Id="rId1" Type="http://schemas.openxmlformats.org/officeDocument/2006/relationships/slideLayout" Target="../slideLayouts/slideLayout7.xml"/><Relationship Id="rId4" Type="http://schemas.openxmlformats.org/officeDocument/2006/relationships/image" Target="../media/image19.png"/></Relationships>
</file>

<file path=ppt/slides/_rels/slide14.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image" Target="../media/image23.png"/><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image" Target="../media/image27.png"/><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2" Type="http://schemas.openxmlformats.org/officeDocument/2006/relationships/image" Target="../media/image29.png"/><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2" Type="http://schemas.openxmlformats.org/officeDocument/2006/relationships/image" Target="../media/image30.png"/><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2" Type="http://schemas.openxmlformats.org/officeDocument/2006/relationships/image" Target="../media/image31.png"/><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2" Type="http://schemas.openxmlformats.org/officeDocument/2006/relationships/image" Target="../media/image32.png"/><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2" Type="http://schemas.openxmlformats.org/officeDocument/2006/relationships/image" Target="../media/image33.png"/><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2" Type="http://schemas.openxmlformats.org/officeDocument/2006/relationships/image" Target="../media/image34.png"/><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2" Type="http://schemas.openxmlformats.org/officeDocument/2006/relationships/image" Target="../media/image35.png"/><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image" Target="../media/image36.png"/><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image" Target="../media/image38.png"/><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image" Target="../media/image40.png"/><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2" Type="http://schemas.openxmlformats.org/officeDocument/2006/relationships/image" Target="../media/image42.png"/><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2" Type="http://schemas.openxmlformats.org/officeDocument/2006/relationships/image" Target="../media/image43.png"/><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3" Type="http://schemas.openxmlformats.org/officeDocument/2006/relationships/image" Target="../media/image45.png"/><Relationship Id="rId2" Type="http://schemas.openxmlformats.org/officeDocument/2006/relationships/image" Target="../media/image44.png"/><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image" Target="../media/image46.png"/><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2" Type="http://schemas.openxmlformats.org/officeDocument/2006/relationships/image" Target="../media/image48.png"/><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image" Target="../media/image49.png"/><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2" Type="http://schemas.openxmlformats.org/officeDocument/2006/relationships/image" Target="../media/image51.png"/><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2" Type="http://schemas.openxmlformats.org/officeDocument/2006/relationships/image" Target="../media/image52.png"/><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2" Type="http://schemas.openxmlformats.org/officeDocument/2006/relationships/image" Target="../media/image53.png"/><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2" Type="http://schemas.openxmlformats.org/officeDocument/2006/relationships/image" Target="../media/image54.jpeg"/><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3" Type="http://schemas.openxmlformats.org/officeDocument/2006/relationships/hyperlink" Target="https://www.ayush.gov.in/" TargetMode="External"/><Relationship Id="rId2" Type="http://schemas.openxmlformats.org/officeDocument/2006/relationships/hyperlink" Target="https://www.who.int/" TargetMode="External"/><Relationship Id="rId1" Type="http://schemas.openxmlformats.org/officeDocument/2006/relationships/slideLayout" Target="../slideLayouts/slideLayout7.xml"/><Relationship Id="rId5" Type="http://schemas.openxmlformats.org/officeDocument/2006/relationships/hyperlink" Target="https://www.w3schools.com/" TargetMode="External"/><Relationship Id="rId4" Type="http://schemas.openxmlformats.org/officeDocument/2006/relationships/hyperlink" Target="https://getbootstrap.com/" TargetMode="External"/></Relationships>
</file>

<file path=ppt/slides/_rels/slide43.xml.rels><?xml version="1.0" encoding="UTF-8" standalone="yes"?>
<Relationships xmlns="http://schemas.openxmlformats.org/package/2006/relationships"><Relationship Id="rId3" Type="http://schemas.openxmlformats.org/officeDocument/2006/relationships/image" Target="../media/image54.jpeg"/><Relationship Id="rId2" Type="http://schemas.openxmlformats.org/officeDocument/2006/relationships/image" Target="../media/image55.jpg"/><Relationship Id="rId1" Type="http://schemas.openxmlformats.org/officeDocument/2006/relationships/slideLayout" Target="../slideLayouts/slideLayout7.xml"/><Relationship Id="rId4" Type="http://schemas.openxmlformats.org/officeDocument/2006/relationships/hyperlink" Target="https://ayursense-3.onrender.com/"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8" name="Picture 4" descr="https://lh7-rt.googleusercontent.com/slidesz/AGV_vUeQDNSZk2YOybmw_yJ_x8K8zeqERKWVDH3jWwZ1GmXUcNs7ITJd8BE4Iht1Y8PDJpIL2GwA3yoVwTNGGrBZCgf3bp85Ur0y-HOnFxFgeNRYQBw2DfZFu5MmC0jX59EHEqty4Gu8vIHt7SNCV4txJAU=s2048?key=IR0tI3QpjsjGTlwFx4T8xQ"/>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457795" y="387229"/>
            <a:ext cx="1276410" cy="1077337"/>
          </a:xfrm>
          <a:prstGeom prst="rect">
            <a:avLst/>
          </a:prstGeom>
          <a:noFill/>
          <a:extLst>
            <a:ext uri="{909E8E84-426E-40DD-AFC4-6F175D3DCCD1}">
              <a14:hiddenFill xmlns:a14="http://schemas.microsoft.com/office/drawing/2010/main">
                <a:solidFill>
                  <a:srgbClr val="FFFFFF"/>
                </a:solidFill>
              </a14:hiddenFill>
            </a:ext>
          </a:extLst>
        </p:spPr>
      </p:pic>
      <p:sp>
        <p:nvSpPr>
          <p:cNvPr id="5" name="Rectangle 4"/>
          <p:cNvSpPr/>
          <p:nvPr/>
        </p:nvSpPr>
        <p:spPr>
          <a:xfrm>
            <a:off x="3048000" y="1791050"/>
            <a:ext cx="6096000" cy="1538883"/>
          </a:xfrm>
          <a:prstGeom prst="rect">
            <a:avLst/>
          </a:prstGeom>
        </p:spPr>
        <p:txBody>
          <a:bodyPr>
            <a:spAutoFit/>
          </a:bodyPr>
          <a:lstStyle/>
          <a:p>
            <a:pPr algn="ctr">
              <a:lnSpc>
                <a:spcPct val="150000"/>
              </a:lnSpc>
            </a:pPr>
            <a:r>
              <a:rPr lang="en-US" b="1" u="sng" dirty="0">
                <a:solidFill>
                  <a:srgbClr val="000000"/>
                </a:solidFill>
                <a:latin typeface="Times New Roman" panose="02020603050405020304" pitchFamily="18" charset="0"/>
              </a:rPr>
              <a:t>Project  Presentation </a:t>
            </a:r>
            <a:r>
              <a:rPr lang="en-US" dirty="0">
                <a:solidFill>
                  <a:srgbClr val="000000"/>
                </a:solidFill>
                <a:latin typeface="Times New Roman" panose="02020603050405020304" pitchFamily="18" charset="0"/>
              </a:rPr>
              <a:t>on</a:t>
            </a:r>
            <a:br>
              <a:rPr lang="en-US" u="sng" dirty="0">
                <a:solidFill>
                  <a:srgbClr val="000000"/>
                </a:solidFill>
                <a:latin typeface="Times New Roman" panose="02020603050405020304" pitchFamily="18" charset="0"/>
              </a:rPr>
            </a:br>
            <a:r>
              <a:rPr lang="en-US" u="sng" dirty="0">
                <a:solidFill>
                  <a:srgbClr val="000000"/>
                </a:solidFill>
                <a:latin typeface="Times New Roman" panose="02020603050405020304" pitchFamily="18" charset="0"/>
              </a:rPr>
              <a:t>AyurSense: An Intelligent Ayurvedic Recommendation System</a:t>
            </a:r>
            <a:endParaRPr lang="en-US" dirty="0"/>
          </a:p>
          <a:p>
            <a:br>
              <a:rPr lang="en-US" sz="1100" dirty="0">
                <a:solidFill>
                  <a:srgbClr val="000000"/>
                </a:solidFill>
                <a:latin typeface="Georgia" panose="02040502050405020303" pitchFamily="18" charset="0"/>
              </a:rPr>
            </a:br>
            <a:br>
              <a:rPr lang="en-US" sz="1100" u="sng" dirty="0">
                <a:solidFill>
                  <a:srgbClr val="000000"/>
                </a:solidFill>
                <a:latin typeface="Times New Roman" panose="02020603050405020304" pitchFamily="18" charset="0"/>
              </a:rPr>
            </a:br>
            <a:endParaRPr lang="en-US" dirty="0"/>
          </a:p>
        </p:txBody>
      </p:sp>
      <p:sp>
        <p:nvSpPr>
          <p:cNvPr id="6" name="Rectangle 5"/>
          <p:cNvSpPr/>
          <p:nvPr/>
        </p:nvSpPr>
        <p:spPr>
          <a:xfrm>
            <a:off x="638205" y="3378875"/>
            <a:ext cx="6096000" cy="2126864"/>
          </a:xfrm>
          <a:prstGeom prst="rect">
            <a:avLst/>
          </a:prstGeom>
        </p:spPr>
        <p:txBody>
          <a:bodyPr>
            <a:spAutoFit/>
          </a:bodyPr>
          <a:lstStyle/>
          <a:p>
            <a:pPr>
              <a:lnSpc>
                <a:spcPct val="150000"/>
              </a:lnSpc>
            </a:pPr>
            <a:r>
              <a:rPr lang="en-US" b="1" dirty="0">
                <a:latin typeface="Times New Roman" panose="02020603050405020304" pitchFamily="18" charset="0"/>
              </a:rPr>
              <a:t>Presented by :</a:t>
            </a:r>
            <a:endParaRPr lang="en-US" dirty="0"/>
          </a:p>
          <a:p>
            <a:pPr>
              <a:lnSpc>
                <a:spcPct val="150000"/>
              </a:lnSpc>
            </a:pPr>
            <a:r>
              <a:rPr lang="en-US" dirty="0">
                <a:latin typeface="Times New Roman" panose="02020603050405020304" pitchFamily="18" charset="0"/>
              </a:rPr>
              <a:t>Manya Thapliyal (2200950100048)</a:t>
            </a:r>
            <a:endParaRPr lang="en-US" dirty="0"/>
          </a:p>
          <a:p>
            <a:pPr>
              <a:lnSpc>
                <a:spcPct val="150000"/>
              </a:lnSpc>
            </a:pPr>
            <a:r>
              <a:rPr lang="en-US" dirty="0">
                <a:latin typeface="Times New Roman" panose="02020603050405020304" pitchFamily="18" charset="0"/>
              </a:rPr>
              <a:t>Prashant Bisht (2200950100059)</a:t>
            </a:r>
            <a:endParaRPr lang="en-US" dirty="0"/>
          </a:p>
          <a:p>
            <a:pPr>
              <a:lnSpc>
                <a:spcPct val="150000"/>
              </a:lnSpc>
            </a:pPr>
            <a:br>
              <a:rPr lang="en-US" dirty="0"/>
            </a:br>
            <a:endParaRPr lang="en-US" dirty="0"/>
          </a:p>
        </p:txBody>
      </p:sp>
      <p:sp>
        <p:nvSpPr>
          <p:cNvPr id="7" name="Rectangle 6"/>
          <p:cNvSpPr/>
          <p:nvPr/>
        </p:nvSpPr>
        <p:spPr>
          <a:xfrm>
            <a:off x="8337618" y="3378875"/>
            <a:ext cx="6096000" cy="1711366"/>
          </a:xfrm>
          <a:prstGeom prst="rect">
            <a:avLst/>
          </a:prstGeom>
        </p:spPr>
        <p:txBody>
          <a:bodyPr>
            <a:spAutoFit/>
          </a:bodyPr>
          <a:lstStyle/>
          <a:p>
            <a:pPr>
              <a:lnSpc>
                <a:spcPct val="150000"/>
              </a:lnSpc>
            </a:pPr>
            <a:r>
              <a:rPr lang="en-US" b="1" dirty="0">
                <a:solidFill>
                  <a:srgbClr val="000000"/>
                </a:solidFill>
                <a:latin typeface="Times New Roman" panose="02020603050405020304" pitchFamily="18" charset="0"/>
              </a:rPr>
              <a:t>Under the Guidance of :</a:t>
            </a:r>
            <a:br>
              <a:rPr lang="en-US" b="1" dirty="0">
                <a:solidFill>
                  <a:srgbClr val="000000"/>
                </a:solidFill>
                <a:latin typeface="Times New Roman" panose="02020603050405020304" pitchFamily="18" charset="0"/>
              </a:rPr>
            </a:br>
            <a:r>
              <a:rPr lang="en-US" dirty="0">
                <a:solidFill>
                  <a:srgbClr val="000000"/>
                </a:solidFill>
                <a:latin typeface="Times New Roman" panose="02020603050405020304" pitchFamily="18" charset="0"/>
              </a:rPr>
              <a:t>Mrs. Roovi Goswami</a:t>
            </a:r>
            <a:endParaRPr lang="en-US" dirty="0"/>
          </a:p>
          <a:p>
            <a:pPr>
              <a:lnSpc>
                <a:spcPct val="150000"/>
              </a:lnSpc>
            </a:pPr>
            <a:br>
              <a:rPr lang="en-US" dirty="0"/>
            </a:br>
            <a:endParaRPr lang="en-US" dirty="0"/>
          </a:p>
        </p:txBody>
      </p:sp>
      <p:sp>
        <p:nvSpPr>
          <p:cNvPr id="8" name="Rectangle 7"/>
          <p:cNvSpPr/>
          <p:nvPr/>
        </p:nvSpPr>
        <p:spPr>
          <a:xfrm>
            <a:off x="3048000" y="5139183"/>
            <a:ext cx="6096000" cy="1477328"/>
          </a:xfrm>
          <a:prstGeom prst="rect">
            <a:avLst/>
          </a:prstGeom>
        </p:spPr>
        <p:txBody>
          <a:bodyPr>
            <a:spAutoFit/>
          </a:bodyPr>
          <a:lstStyle/>
          <a:p>
            <a:pPr algn="ctr"/>
            <a:r>
              <a:rPr lang="en-US" b="1" dirty="0">
                <a:solidFill>
                  <a:srgbClr val="000000"/>
                </a:solidFill>
                <a:latin typeface="Times New Roman" panose="02020603050405020304" pitchFamily="18" charset="0"/>
              </a:rPr>
              <a:t>DEPARTMENT OF COMPUTER SCIENCE &amp; ENGINEERING</a:t>
            </a:r>
            <a:endParaRPr lang="en-US" dirty="0"/>
          </a:p>
          <a:p>
            <a:pPr algn="ctr"/>
            <a:r>
              <a:rPr lang="en-US" b="1" dirty="0">
                <a:solidFill>
                  <a:srgbClr val="000000"/>
                </a:solidFill>
                <a:latin typeface="Times New Roman" panose="02020603050405020304" pitchFamily="18" charset="0"/>
              </a:rPr>
              <a:t>MGM’s College of Engineering &amp; Technology, Noida</a:t>
            </a:r>
            <a:endParaRPr lang="en-US" dirty="0"/>
          </a:p>
          <a:p>
            <a:br>
              <a:rPr lang="en-US" dirty="0"/>
            </a:br>
            <a:endParaRPr lang="en-US" dirty="0"/>
          </a:p>
        </p:txBody>
      </p:sp>
    </p:spTree>
    <p:extLst>
      <p:ext uri="{BB962C8B-B14F-4D97-AF65-F5344CB8AC3E}">
        <p14:creationId xmlns:p14="http://schemas.microsoft.com/office/powerpoint/2010/main" val="147400092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istockphoto-2176635080-640_adpp_is">
            <a:hlinkClick r:id="" action="ppaction://media"/>
          </p:cNvPr>
          <p:cNvPicPr>
            <a:picLocks noChangeAspect="1"/>
          </p:cNvPicPr>
          <p:nvPr>
            <a:videoFile r:link="rId2"/>
            <p:extLst>
              <p:ext uri="{DAA4B4D4-6D71-4841-9C94-3DE7FCFB9230}">
                <p14:media xmlns:p14="http://schemas.microsoft.com/office/powerpoint/2010/main" r:embed="rId1"/>
              </p:ext>
            </p:extLst>
          </p:nvPr>
        </p:nvPicPr>
        <p:blipFill>
          <a:blip r:embed="rId4"/>
          <a:stretch>
            <a:fillRect/>
          </a:stretch>
        </p:blipFill>
        <p:spPr>
          <a:xfrm>
            <a:off x="6530750" y="0"/>
            <a:ext cx="5661250" cy="6858000"/>
          </a:xfrm>
          <a:prstGeom prst="rect">
            <a:avLst/>
          </a:prstGeom>
        </p:spPr>
      </p:pic>
      <p:sp>
        <p:nvSpPr>
          <p:cNvPr id="16" name="Freeform 15"/>
          <p:cNvSpPr/>
          <p:nvPr/>
        </p:nvSpPr>
        <p:spPr>
          <a:xfrm>
            <a:off x="2" y="0"/>
            <a:ext cx="12191999" cy="6858000"/>
          </a:xfrm>
          <a:custGeom>
            <a:avLst/>
            <a:gdLst>
              <a:gd name="connsiteX0" fmla="*/ 12191999 w 12191999"/>
              <a:gd name="connsiteY0" fmla="*/ 5239029 h 6858000"/>
              <a:gd name="connsiteX1" fmla="*/ 12191999 w 12191999"/>
              <a:gd name="connsiteY1" fmla="*/ 6858000 h 6858000"/>
              <a:gd name="connsiteX2" fmla="*/ 10831523 w 12191999"/>
              <a:gd name="connsiteY2" fmla="*/ 6858000 h 6858000"/>
              <a:gd name="connsiteX3" fmla="*/ 0 w 12191999"/>
              <a:gd name="connsiteY3" fmla="*/ 0 h 6858000"/>
              <a:gd name="connsiteX4" fmla="*/ 9129365 w 12191999"/>
              <a:gd name="connsiteY4" fmla="*/ 0 h 6858000"/>
              <a:gd name="connsiteX5" fmla="*/ 7220000 w 12191999"/>
              <a:gd name="connsiteY5" fmla="*/ 2272152 h 6858000"/>
              <a:gd name="connsiteX6" fmla="*/ 7307083 w 12191999"/>
              <a:gd name="connsiteY6" fmla="*/ 3275873 h 6858000"/>
              <a:gd name="connsiteX7" fmla="*/ 7833050 w 12191999"/>
              <a:gd name="connsiteY7" fmla="*/ 3717862 h 6858000"/>
              <a:gd name="connsiteX8" fmla="*/ 8836771 w 12191999"/>
              <a:gd name="connsiteY8" fmla="*/ 3630779 h 6858000"/>
              <a:gd name="connsiteX9" fmla="*/ 11887836 w 12191999"/>
              <a:gd name="connsiteY9" fmla="*/ 0 h 6858000"/>
              <a:gd name="connsiteX10" fmla="*/ 12191999 w 12191999"/>
              <a:gd name="connsiteY10" fmla="*/ 0 h 6858000"/>
              <a:gd name="connsiteX11" fmla="*/ 12191999 w 12191999"/>
              <a:gd name="connsiteY11" fmla="*/ 2564231 h 6858000"/>
              <a:gd name="connsiteX12" fmla="*/ 9428644 w 12191999"/>
              <a:gd name="connsiteY12" fmla="*/ 5852633 h 6858000"/>
              <a:gd name="connsiteX13" fmla="*/ 9499603 w 12191999"/>
              <a:gd name="connsiteY13" fmla="*/ 6670509 h 6858000"/>
              <a:gd name="connsiteX14" fmla="*/ 9722719 w 12191999"/>
              <a:gd name="connsiteY14" fmla="*/ 6858000 h 6858000"/>
              <a:gd name="connsiteX15" fmla="*/ 8346445 w 12191999"/>
              <a:gd name="connsiteY15" fmla="*/ 6858000 h 6858000"/>
              <a:gd name="connsiteX16" fmla="*/ 11830100 w 12191999"/>
              <a:gd name="connsiteY16" fmla="*/ 2712440 h 6858000"/>
              <a:gd name="connsiteX17" fmla="*/ 11761338 w 12191999"/>
              <a:gd name="connsiteY17" fmla="*/ 1919879 h 6858000"/>
              <a:gd name="connsiteX18" fmla="*/ 11440597 w 12191999"/>
              <a:gd name="connsiteY18" fmla="*/ 1650350 h 6858000"/>
              <a:gd name="connsiteX19" fmla="*/ 10648036 w 12191999"/>
              <a:gd name="connsiteY19" fmla="*/ 1719112 h 6858000"/>
              <a:gd name="connsiteX20" fmla="*/ 6665661 w 12191999"/>
              <a:gd name="connsiteY20" fmla="*/ 6458153 h 6858000"/>
              <a:gd name="connsiteX21" fmla="*/ 6536870 w 12191999"/>
              <a:gd name="connsiteY21" fmla="*/ 6760747 h 6858000"/>
              <a:gd name="connsiteX22" fmla="*/ 6535993 w 12191999"/>
              <a:gd name="connsiteY22" fmla="*/ 6858000 h 6858000"/>
              <a:gd name="connsiteX23" fmla="*/ 0 w 12191999"/>
              <a:gd name="connsiteY23"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12191999" h="6858000">
                <a:moveTo>
                  <a:pt x="12191999" y="5239029"/>
                </a:moveTo>
                <a:lnTo>
                  <a:pt x="12191999" y="6858000"/>
                </a:lnTo>
                <a:lnTo>
                  <a:pt x="10831523" y="6858000"/>
                </a:lnTo>
                <a:close/>
                <a:moveTo>
                  <a:pt x="0" y="0"/>
                </a:moveTo>
                <a:lnTo>
                  <a:pt x="9129365" y="0"/>
                </a:lnTo>
                <a:lnTo>
                  <a:pt x="7220000" y="2272152"/>
                </a:lnTo>
                <a:cubicBezTo>
                  <a:pt x="6966877" y="2573369"/>
                  <a:pt x="7005865" y="3022750"/>
                  <a:pt x="7307083" y="3275873"/>
                </a:cubicBezTo>
                <a:lnTo>
                  <a:pt x="7833050" y="3717862"/>
                </a:lnTo>
                <a:cubicBezTo>
                  <a:pt x="8134267" y="3970984"/>
                  <a:pt x="8583648" y="3931996"/>
                  <a:pt x="8836771" y="3630779"/>
                </a:cubicBezTo>
                <a:lnTo>
                  <a:pt x="11887836" y="0"/>
                </a:lnTo>
                <a:lnTo>
                  <a:pt x="12191999" y="0"/>
                </a:lnTo>
                <a:lnTo>
                  <a:pt x="12191999" y="2564231"/>
                </a:lnTo>
                <a:lnTo>
                  <a:pt x="9428644" y="5852633"/>
                </a:lnTo>
                <a:cubicBezTo>
                  <a:pt x="9222389" y="6098077"/>
                  <a:pt x="9254158" y="6464253"/>
                  <a:pt x="9499603" y="6670509"/>
                </a:cubicBezTo>
                <a:lnTo>
                  <a:pt x="9722719" y="6858000"/>
                </a:lnTo>
                <a:lnTo>
                  <a:pt x="8346445" y="6858000"/>
                </a:lnTo>
                <a:lnTo>
                  <a:pt x="11830100" y="2712440"/>
                </a:lnTo>
                <a:cubicBezTo>
                  <a:pt x="12029971" y="2474591"/>
                  <a:pt x="11999185" y="2119751"/>
                  <a:pt x="11761338" y="1919879"/>
                </a:cubicBezTo>
                <a:lnTo>
                  <a:pt x="11440597" y="1650350"/>
                </a:lnTo>
                <a:cubicBezTo>
                  <a:pt x="11202749" y="1450478"/>
                  <a:pt x="10847908" y="1481264"/>
                  <a:pt x="10648036" y="1719112"/>
                </a:cubicBezTo>
                <a:lnTo>
                  <a:pt x="6665661" y="6458153"/>
                </a:lnTo>
                <a:cubicBezTo>
                  <a:pt x="6590709" y="6547346"/>
                  <a:pt x="6548193" y="6652991"/>
                  <a:pt x="6536870" y="6760747"/>
                </a:cubicBezTo>
                <a:lnTo>
                  <a:pt x="6535993" y="6858000"/>
                </a:lnTo>
                <a:lnTo>
                  <a:pt x="0" y="6858000"/>
                </a:lnTo>
                <a:close/>
              </a:path>
            </a:pathLst>
          </a:cu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US" sz="7000" b="1" dirty="0">
              <a:solidFill>
                <a:schemeClr val="tx1"/>
              </a:solidFill>
              <a:latin typeface="Arial Black" panose="020B0A04020102020204" pitchFamily="34" charset="0"/>
            </a:endParaRPr>
          </a:p>
        </p:txBody>
      </p:sp>
      <p:sp>
        <p:nvSpPr>
          <p:cNvPr id="18" name="TextBox 17"/>
          <p:cNvSpPr txBox="1"/>
          <p:nvPr/>
        </p:nvSpPr>
        <p:spPr>
          <a:xfrm>
            <a:off x="408217" y="261257"/>
            <a:ext cx="8011884" cy="1169551"/>
          </a:xfrm>
          <a:prstGeom prst="rect">
            <a:avLst/>
          </a:prstGeom>
          <a:noFill/>
        </p:spPr>
        <p:txBody>
          <a:bodyPr wrap="square" rtlCol="0">
            <a:spAutoFit/>
          </a:bodyPr>
          <a:lstStyle/>
          <a:p>
            <a:r>
              <a:rPr lang="en-US" sz="7000" b="1" dirty="0">
                <a:latin typeface="Arial Black" panose="020B0A04020102020204" pitchFamily="34" charset="0"/>
              </a:rPr>
              <a:t>AyurSense </a:t>
            </a:r>
          </a:p>
        </p:txBody>
      </p:sp>
      <p:sp>
        <p:nvSpPr>
          <p:cNvPr id="21" name="TextBox 20"/>
          <p:cNvSpPr txBox="1"/>
          <p:nvPr/>
        </p:nvSpPr>
        <p:spPr>
          <a:xfrm>
            <a:off x="408217" y="1692065"/>
            <a:ext cx="5124483" cy="5016758"/>
          </a:xfrm>
          <a:prstGeom prst="rect">
            <a:avLst/>
          </a:prstGeom>
          <a:noFill/>
        </p:spPr>
        <p:txBody>
          <a:bodyPr wrap="square" rtlCol="0">
            <a:spAutoFit/>
          </a:bodyPr>
          <a:lstStyle/>
          <a:p>
            <a:r>
              <a:rPr lang="en-US" sz="1600" b="1" dirty="0"/>
              <a:t>Ayur =</a:t>
            </a:r>
            <a:r>
              <a:rPr lang="en-US" sz="1600" dirty="0"/>
              <a:t> Taken from Ayurveda, meaning knowledge of life.</a:t>
            </a:r>
            <a:br>
              <a:rPr lang="en-US" sz="1600" dirty="0"/>
            </a:br>
            <a:r>
              <a:rPr lang="en-US" sz="1600" b="1" dirty="0"/>
              <a:t>Sense =</a:t>
            </a:r>
            <a:r>
              <a:rPr lang="en-US" sz="1600" dirty="0"/>
              <a:t> Stands for intelligent, understanding, awareness or                 perception. </a:t>
            </a:r>
            <a:br>
              <a:rPr lang="en-US" sz="1600" dirty="0"/>
            </a:br>
            <a:br>
              <a:rPr lang="en-US" sz="1600" dirty="0"/>
            </a:br>
            <a:r>
              <a:rPr lang="en-US" sz="1600" dirty="0"/>
              <a:t>In today’s fast-paced world, lifestyle-related disorders such as obesity, diabetes, hypertension, and stress have become increasingly common due to unhealthy eating habits, lack of physical activity, and rising stress levels. While people often turn to quick fixes or random online remedies, these solutions are usually not personalized and may not provide effective results. Ayurveda, the ancient Indian system of medicine, offers natural, holistic, and preventive approaches to health. However, the lack of accessibility and personalization has limited its widespread adoption in modern lifestyles. To bridge this gap, AyurSense is designed as a personalized Ayurvedic health recommendation system that combines traditional Ayurvedic wisdom with modern technology, making health guidance simple, accessible, and user-friendly for everyone.</a:t>
            </a:r>
          </a:p>
          <a:p>
            <a:endParaRPr lang="en-US" sz="1600" dirty="0"/>
          </a:p>
        </p:txBody>
      </p:sp>
    </p:spTree>
    <p:extLst>
      <p:ext uri="{BB962C8B-B14F-4D97-AF65-F5344CB8AC3E}">
        <p14:creationId xmlns:p14="http://schemas.microsoft.com/office/powerpoint/2010/main" val="425403782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19100" fill="hold"/>
                                        <p:tgtEl>
                                          <p:spTgt spid="2"/>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repeatCount="indefinite" fill="remove" display="0">
                  <p:stCondLst>
                    <p:cond delay="indefinite"/>
                  </p:stCondLst>
                </p:cTn>
                <p:tgtEl>
                  <p:spTgt spid="2"/>
                </p:tgtEl>
              </p:cMediaNode>
            </p:video>
            <p:seq concurrent="1" nextAc="seek">
              <p:cTn id="8" restart="whenNotActive" fill="hold" evtFilter="cancelBubble" nodeType="interactiveSeq">
                <p:stCondLst>
                  <p:cond evt="onClick" delay="0">
                    <p:tgtEl>
                      <p:spTgt spid="2"/>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2"/>
                                        </p:tgtEl>
                                      </p:cBhvr>
                                    </p:cmd>
                                  </p:childTnLst>
                                </p:cTn>
                              </p:par>
                            </p:childTnLst>
                          </p:cTn>
                        </p:par>
                      </p:childTnLst>
                    </p:cTn>
                  </p:par>
                </p:childTnLst>
              </p:cTn>
              <p:nextCondLst>
                <p:cond evt="onClick" delay="0">
                  <p:tgtEl>
                    <p:spTgt spid="2"/>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 name="Rectangle 60"/>
          <p:cNvSpPr/>
          <p:nvPr/>
        </p:nvSpPr>
        <p:spPr>
          <a:xfrm>
            <a:off x="0" y="0"/>
            <a:ext cx="12192000" cy="6858000"/>
          </a:xfrm>
          <a:prstGeom prst="rect">
            <a:avLst/>
          </a:prstGeom>
          <a:solidFill>
            <a:schemeClr val="accent6">
              <a:lumMod val="20000"/>
              <a:lumOff val="80000"/>
              <a:alpha val="50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n-US"/>
          </a:p>
        </p:txBody>
      </p:sp>
      <p:sp>
        <p:nvSpPr>
          <p:cNvPr id="56" name="Freeform 55"/>
          <p:cNvSpPr/>
          <p:nvPr/>
        </p:nvSpPr>
        <p:spPr>
          <a:xfrm>
            <a:off x="3509686" y="842686"/>
            <a:ext cx="2410475" cy="2410475"/>
          </a:xfrm>
          <a:custGeom>
            <a:avLst/>
            <a:gdLst>
              <a:gd name="connsiteX0" fmla="*/ 1293157 w 2410475"/>
              <a:gd name="connsiteY0" fmla="*/ 0 h 2410475"/>
              <a:gd name="connsiteX1" fmla="*/ 2410475 w 2410475"/>
              <a:gd name="connsiteY1" fmla="*/ 1117318 h 2410475"/>
              <a:gd name="connsiteX2" fmla="*/ 2410475 w 2410475"/>
              <a:gd name="connsiteY2" fmla="*/ 1468996 h 2410475"/>
              <a:gd name="connsiteX3" fmla="*/ 2410475 w 2410475"/>
              <a:gd name="connsiteY3" fmla="*/ 2410475 h 2410475"/>
              <a:gd name="connsiteX4" fmla="*/ 1468996 w 2410475"/>
              <a:gd name="connsiteY4" fmla="*/ 2410475 h 2410475"/>
              <a:gd name="connsiteX5" fmla="*/ 1117318 w 2410475"/>
              <a:gd name="connsiteY5" fmla="*/ 2410475 h 2410475"/>
              <a:gd name="connsiteX6" fmla="*/ 0 w 2410475"/>
              <a:gd name="connsiteY6" fmla="*/ 1293157 h 24104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2410475" h="2410475">
                <a:moveTo>
                  <a:pt x="1293157" y="0"/>
                </a:moveTo>
                <a:lnTo>
                  <a:pt x="2410475" y="1117318"/>
                </a:lnTo>
                <a:lnTo>
                  <a:pt x="2410475" y="1468996"/>
                </a:lnTo>
                <a:lnTo>
                  <a:pt x="2410475" y="2410475"/>
                </a:lnTo>
                <a:lnTo>
                  <a:pt x="1468996" y="2410475"/>
                </a:lnTo>
                <a:lnTo>
                  <a:pt x="1117318" y="2410475"/>
                </a:lnTo>
                <a:lnTo>
                  <a:pt x="0" y="1293157"/>
                </a:lnTo>
                <a:close/>
              </a:path>
            </a:pathLst>
          </a:custGeom>
          <a:gradFill flip="none" rotWithShape="1">
            <a:gsLst>
              <a:gs pos="0">
                <a:schemeClr val="accent6">
                  <a:lumMod val="67000"/>
                </a:schemeClr>
              </a:gs>
              <a:gs pos="48000">
                <a:schemeClr val="accent6">
                  <a:lumMod val="97000"/>
                  <a:lumOff val="3000"/>
                </a:schemeClr>
              </a:gs>
              <a:gs pos="100000">
                <a:schemeClr val="accent6">
                  <a:lumMod val="60000"/>
                  <a:lumOff val="40000"/>
                </a:schemeClr>
              </a:gs>
            </a:gsLst>
            <a:path path="circle">
              <a:fillToRect l="50000" t="50000" r="50000" b="50000"/>
            </a:path>
            <a:tileRect/>
          </a:gradFill>
          <a:ln>
            <a:noFill/>
          </a:ln>
          <a:effectLst>
            <a:outerShdw blurRad="149987" dist="250190" dir="8460000" algn="ctr">
              <a:srgbClr val="000000">
                <a:alpha val="28000"/>
              </a:srgbClr>
            </a:outerShdw>
          </a:effectLst>
          <a:scene3d>
            <a:camera prst="orthographicFront">
              <a:rot lat="0" lon="0" rev="0"/>
            </a:camera>
            <a:lightRig rig="contrasting" dir="t">
              <a:rot lat="0" lon="0" rev="1500000"/>
            </a:lightRig>
          </a:scene3d>
          <a:sp3d prstMaterial="metal">
            <a:bevelT w="88900" h="88900"/>
          </a:sp3d>
        </p:spPr>
        <p:style>
          <a:lnRef idx="0">
            <a:scrgbClr r="0" g="0" b="0"/>
          </a:lnRef>
          <a:fillRef idx="0">
            <a:scrgbClr r="0" g="0" b="0"/>
          </a:fillRef>
          <a:effectRef idx="0">
            <a:scrgbClr r="0" g="0" b="0"/>
          </a:effectRef>
          <a:fontRef idx="minor">
            <a:schemeClr val="lt1"/>
          </a:fontRef>
        </p:style>
        <p:txBody>
          <a:bodyPr rtlCol="0" anchor="ctr"/>
          <a:lstStyle/>
          <a:p>
            <a:pPr algn="ctr"/>
            <a:endParaRPr lang="en-US"/>
          </a:p>
        </p:txBody>
      </p:sp>
      <p:sp>
        <p:nvSpPr>
          <p:cNvPr id="64" name="TextBox 63"/>
          <p:cNvSpPr txBox="1"/>
          <p:nvPr/>
        </p:nvSpPr>
        <p:spPr>
          <a:xfrm>
            <a:off x="4025842" y="1860037"/>
            <a:ext cx="1716172" cy="738664"/>
          </a:xfrm>
          <a:prstGeom prst="rect">
            <a:avLst/>
          </a:prstGeom>
          <a:noFill/>
        </p:spPr>
        <p:txBody>
          <a:bodyPr wrap="square" rtlCol="0">
            <a:spAutoFit/>
          </a:bodyPr>
          <a:lstStyle/>
          <a:p>
            <a:r>
              <a:rPr lang="en-US" sz="1400" b="1" dirty="0">
                <a:solidFill>
                  <a:srgbClr val="283F19"/>
                </a:solidFill>
                <a:latin typeface="+mj-lt"/>
              </a:rPr>
              <a:t>Lack of awareness about Ayurveda and its benefits</a:t>
            </a:r>
          </a:p>
        </p:txBody>
      </p:sp>
      <p:pic>
        <p:nvPicPr>
          <p:cNvPr id="65" name="Picture 64"/>
          <p:cNvPicPr>
            <a:picLocks noChangeAspect="1"/>
          </p:cNvPicPr>
          <p:nvPr/>
        </p:nvPicPr>
        <p:blipFill>
          <a:blip r:embed="rId2" cstate="print">
            <a:duotone>
              <a:schemeClr val="accent6">
                <a:shade val="45000"/>
                <a:satMod val="135000"/>
              </a:schemeClr>
              <a:prstClr val="white"/>
            </a:duotone>
            <a:extLst>
              <a:ext uri="{28A0092B-C50C-407E-A947-70E740481C1C}">
                <a14:useLocalDpi xmlns:a14="http://schemas.microsoft.com/office/drawing/2010/main" val="0"/>
              </a:ext>
            </a:extLst>
          </a:blip>
          <a:stretch>
            <a:fillRect/>
          </a:stretch>
        </p:blipFill>
        <p:spPr>
          <a:xfrm>
            <a:off x="5083812" y="2322373"/>
            <a:ext cx="879559" cy="879559"/>
          </a:xfrm>
          <a:prstGeom prst="rect">
            <a:avLst/>
          </a:prstGeom>
        </p:spPr>
      </p:pic>
      <p:sp>
        <p:nvSpPr>
          <p:cNvPr id="71" name="TextBox 70"/>
          <p:cNvSpPr txBox="1"/>
          <p:nvPr/>
        </p:nvSpPr>
        <p:spPr>
          <a:xfrm>
            <a:off x="187094" y="1135459"/>
            <a:ext cx="3389854" cy="1815882"/>
          </a:xfrm>
          <a:prstGeom prst="rect">
            <a:avLst/>
          </a:prstGeom>
          <a:noFill/>
        </p:spPr>
        <p:txBody>
          <a:bodyPr wrap="square" rtlCol="0">
            <a:spAutoFit/>
          </a:bodyPr>
          <a:lstStyle/>
          <a:p>
            <a:pPr algn="ctr"/>
            <a:r>
              <a:rPr lang="en-US" sz="2800" dirty="0">
                <a:solidFill>
                  <a:schemeClr val="accent6">
                    <a:lumMod val="50000"/>
                  </a:schemeClr>
                </a:solidFill>
                <a:latin typeface="Arial Black" panose="020B0A04020102020204" pitchFamily="34" charset="0"/>
              </a:rPr>
              <a:t>01</a:t>
            </a:r>
            <a:br>
              <a:rPr lang="en-US" dirty="0"/>
            </a:br>
            <a:r>
              <a:rPr lang="en-US" sz="1400" b="1" dirty="0">
                <a:solidFill>
                  <a:srgbClr val="385723"/>
                </a:solidFill>
                <a:latin typeface="+mj-lt"/>
              </a:rPr>
              <a:t>Many people remain unaware of the rich knowledge Ayurveda offers for maintaining health and preventing diseases. Due to limited awareness, individuals often overlook natural remedies that could effectively support their well-being.</a:t>
            </a:r>
            <a:endParaRPr lang="en-US" b="1" dirty="0">
              <a:solidFill>
                <a:srgbClr val="385723"/>
              </a:solidFill>
              <a:latin typeface="+mj-lt"/>
            </a:endParaRPr>
          </a:p>
        </p:txBody>
      </p:sp>
      <p:grpSp>
        <p:nvGrpSpPr>
          <p:cNvPr id="4" name="Group 3"/>
          <p:cNvGrpSpPr/>
          <p:nvPr/>
        </p:nvGrpSpPr>
        <p:grpSpPr>
          <a:xfrm>
            <a:off x="6006581" y="842686"/>
            <a:ext cx="5920161" cy="2523665"/>
            <a:chOff x="6006581" y="842686"/>
            <a:chExt cx="5920161" cy="2523665"/>
          </a:xfrm>
        </p:grpSpPr>
        <p:sp>
          <p:nvSpPr>
            <p:cNvPr id="59" name="Freeform 58"/>
            <p:cNvSpPr/>
            <p:nvPr/>
          </p:nvSpPr>
          <p:spPr>
            <a:xfrm>
              <a:off x="6271839" y="842686"/>
              <a:ext cx="2410475" cy="2410475"/>
            </a:xfrm>
            <a:custGeom>
              <a:avLst/>
              <a:gdLst>
                <a:gd name="connsiteX0" fmla="*/ 1117318 w 2410475"/>
                <a:gd name="connsiteY0" fmla="*/ 0 h 2410475"/>
                <a:gd name="connsiteX1" fmla="*/ 2410475 w 2410475"/>
                <a:gd name="connsiteY1" fmla="*/ 1293157 h 2410475"/>
                <a:gd name="connsiteX2" fmla="*/ 1293157 w 2410475"/>
                <a:gd name="connsiteY2" fmla="*/ 2410475 h 2410475"/>
                <a:gd name="connsiteX3" fmla="*/ 941479 w 2410475"/>
                <a:gd name="connsiteY3" fmla="*/ 2410475 h 2410475"/>
                <a:gd name="connsiteX4" fmla="*/ 0 w 2410475"/>
                <a:gd name="connsiteY4" fmla="*/ 2410475 h 2410475"/>
                <a:gd name="connsiteX5" fmla="*/ 0 w 2410475"/>
                <a:gd name="connsiteY5" fmla="*/ 1468996 h 2410475"/>
                <a:gd name="connsiteX6" fmla="*/ 0 w 2410475"/>
                <a:gd name="connsiteY6" fmla="*/ 1117318 h 24104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2410475" h="2410475">
                  <a:moveTo>
                    <a:pt x="1117318" y="0"/>
                  </a:moveTo>
                  <a:lnTo>
                    <a:pt x="2410475" y="1293157"/>
                  </a:lnTo>
                  <a:lnTo>
                    <a:pt x="1293157" y="2410475"/>
                  </a:lnTo>
                  <a:lnTo>
                    <a:pt x="941479" y="2410475"/>
                  </a:lnTo>
                  <a:lnTo>
                    <a:pt x="0" y="2410475"/>
                  </a:lnTo>
                  <a:lnTo>
                    <a:pt x="0" y="1468996"/>
                  </a:lnTo>
                  <a:lnTo>
                    <a:pt x="0" y="1117318"/>
                  </a:lnTo>
                  <a:close/>
                </a:path>
              </a:pathLst>
            </a:custGeom>
            <a:gradFill flip="none" rotWithShape="1">
              <a:gsLst>
                <a:gs pos="0">
                  <a:schemeClr val="accent5">
                    <a:lumMod val="67000"/>
                  </a:schemeClr>
                </a:gs>
                <a:gs pos="48000">
                  <a:schemeClr val="accent5">
                    <a:lumMod val="97000"/>
                    <a:lumOff val="3000"/>
                  </a:schemeClr>
                </a:gs>
                <a:gs pos="100000">
                  <a:schemeClr val="accent5">
                    <a:lumMod val="60000"/>
                    <a:lumOff val="40000"/>
                  </a:schemeClr>
                </a:gs>
              </a:gsLst>
              <a:path path="circle">
                <a:fillToRect l="50000" t="50000" r="50000" b="50000"/>
              </a:path>
              <a:tileRect/>
            </a:gradFill>
            <a:ln>
              <a:noFill/>
            </a:ln>
            <a:effectLst>
              <a:outerShdw blurRad="149987" dist="250190" dir="8460000" algn="ctr">
                <a:srgbClr val="000000">
                  <a:alpha val="28000"/>
                </a:srgbClr>
              </a:outerShdw>
            </a:effectLst>
            <a:scene3d>
              <a:camera prst="orthographicFront">
                <a:rot lat="0" lon="0" rev="0"/>
              </a:camera>
              <a:lightRig rig="contrasting" dir="t">
                <a:rot lat="0" lon="0" rev="1500000"/>
              </a:lightRig>
            </a:scene3d>
            <a:sp3d prstMaterial="metal">
              <a:bevelT w="88900" h="88900"/>
            </a:sp3d>
          </p:spPr>
          <p:style>
            <a:lnRef idx="0">
              <a:scrgbClr r="0" g="0" b="0"/>
            </a:lnRef>
            <a:fillRef idx="0">
              <a:scrgbClr r="0" g="0" b="0"/>
            </a:fillRef>
            <a:effectRef idx="0">
              <a:scrgbClr r="0" g="0" b="0"/>
            </a:effectRef>
            <a:fontRef idx="minor">
              <a:schemeClr val="lt1"/>
            </a:fontRef>
          </p:style>
          <p:txBody>
            <a:bodyPr rtlCol="0" anchor="ctr"/>
            <a:lstStyle/>
            <a:p>
              <a:pPr algn="ctr"/>
              <a:endParaRPr lang="en-US"/>
            </a:p>
          </p:txBody>
        </p:sp>
        <p:sp>
          <p:nvSpPr>
            <p:cNvPr id="66" name="TextBox 65"/>
            <p:cNvSpPr txBox="1"/>
            <p:nvPr/>
          </p:nvSpPr>
          <p:spPr>
            <a:xfrm>
              <a:off x="6012387" y="1860037"/>
              <a:ext cx="2148494" cy="738664"/>
            </a:xfrm>
            <a:prstGeom prst="rect">
              <a:avLst/>
            </a:prstGeom>
            <a:noFill/>
          </p:spPr>
          <p:txBody>
            <a:bodyPr wrap="square" rtlCol="0">
              <a:spAutoFit/>
            </a:bodyPr>
            <a:lstStyle/>
            <a:p>
              <a:pPr algn="r"/>
              <a:r>
                <a:rPr lang="en-US" sz="1400" b="1" dirty="0">
                  <a:solidFill>
                    <a:schemeClr val="accent1">
                      <a:lumMod val="40000"/>
                      <a:lumOff val="60000"/>
                    </a:schemeClr>
                  </a:solidFill>
                  <a:latin typeface="+mj-lt"/>
                </a:rPr>
                <a:t>Generic remedies fail to provide personalized solutions</a:t>
              </a:r>
            </a:p>
          </p:txBody>
        </p:sp>
        <p:pic>
          <p:nvPicPr>
            <p:cNvPr id="69" name="Picture 68"/>
            <p:cNvPicPr>
              <a:picLocks noChangeAspect="1"/>
            </p:cNvPicPr>
            <p:nvPr/>
          </p:nvPicPr>
          <p:blipFill>
            <a:blip r:embed="rId3">
              <a:biLevel thresh="75000"/>
              <a:extLst>
                <a:ext uri="{28A0092B-C50C-407E-A947-70E740481C1C}">
                  <a14:useLocalDpi xmlns:a14="http://schemas.microsoft.com/office/drawing/2010/main" val="0"/>
                </a:ext>
              </a:extLst>
            </a:blip>
            <a:stretch>
              <a:fillRect/>
            </a:stretch>
          </p:blipFill>
          <p:spPr>
            <a:xfrm>
              <a:off x="6006581" y="2157953"/>
              <a:ext cx="1208398" cy="1208398"/>
            </a:xfrm>
            <a:prstGeom prst="rect">
              <a:avLst/>
            </a:prstGeom>
          </p:spPr>
        </p:pic>
        <p:sp>
          <p:nvSpPr>
            <p:cNvPr id="72" name="TextBox 71"/>
            <p:cNvSpPr txBox="1"/>
            <p:nvPr/>
          </p:nvSpPr>
          <p:spPr>
            <a:xfrm>
              <a:off x="8661028" y="1144648"/>
              <a:ext cx="3265714" cy="1815882"/>
            </a:xfrm>
            <a:prstGeom prst="rect">
              <a:avLst/>
            </a:prstGeom>
            <a:noFill/>
          </p:spPr>
          <p:txBody>
            <a:bodyPr wrap="square" rtlCol="0">
              <a:spAutoFit/>
            </a:bodyPr>
            <a:lstStyle/>
            <a:p>
              <a:pPr algn="ctr"/>
              <a:r>
                <a:rPr lang="en-US" sz="2800" dirty="0">
                  <a:solidFill>
                    <a:schemeClr val="accent5">
                      <a:lumMod val="75000"/>
                    </a:schemeClr>
                  </a:solidFill>
                  <a:latin typeface="Arial Black" panose="020B0A04020102020204" pitchFamily="34" charset="0"/>
                </a:rPr>
                <a:t>02</a:t>
              </a:r>
              <a:br>
                <a:rPr lang="en-US" sz="1400" b="1" dirty="0">
                  <a:solidFill>
                    <a:schemeClr val="accent5">
                      <a:lumMod val="75000"/>
                    </a:schemeClr>
                  </a:solidFill>
                  <a:latin typeface="+mj-lt"/>
                </a:rPr>
              </a:br>
              <a:r>
                <a:rPr lang="en-US" sz="1400" b="1" dirty="0">
                  <a:solidFill>
                    <a:srgbClr val="2F5597"/>
                  </a:solidFill>
                  <a:latin typeface="+mj-lt"/>
                </a:rPr>
                <a:t>Most available Ayurvedic suggestions are generic in nature, failing to consider individual body types, lifestyle, and health conditions. This lack of personalization often reduces the effectiveness of such remedies.</a:t>
              </a:r>
            </a:p>
          </p:txBody>
        </p:sp>
      </p:grpSp>
      <p:grpSp>
        <p:nvGrpSpPr>
          <p:cNvPr id="7" name="Group 6"/>
          <p:cNvGrpSpPr/>
          <p:nvPr/>
        </p:nvGrpSpPr>
        <p:grpSpPr>
          <a:xfrm>
            <a:off x="5963371" y="3604839"/>
            <a:ext cx="5984657" cy="2410475"/>
            <a:chOff x="5963371" y="3604839"/>
            <a:chExt cx="5984657" cy="2410475"/>
          </a:xfrm>
        </p:grpSpPr>
        <p:sp>
          <p:nvSpPr>
            <p:cNvPr id="73" name="TextBox 72"/>
            <p:cNvSpPr txBox="1"/>
            <p:nvPr/>
          </p:nvSpPr>
          <p:spPr>
            <a:xfrm>
              <a:off x="8682313" y="4086801"/>
              <a:ext cx="3265715" cy="1446550"/>
            </a:xfrm>
            <a:prstGeom prst="rect">
              <a:avLst/>
            </a:prstGeom>
            <a:noFill/>
          </p:spPr>
          <p:txBody>
            <a:bodyPr wrap="square" rtlCol="0">
              <a:spAutoFit/>
            </a:bodyPr>
            <a:lstStyle/>
            <a:p>
              <a:pPr algn="ctr"/>
              <a:r>
                <a:rPr lang="en-US" sz="2800" dirty="0">
                  <a:solidFill>
                    <a:schemeClr val="accent2">
                      <a:lumMod val="75000"/>
                    </a:schemeClr>
                  </a:solidFill>
                  <a:latin typeface="Arial Black" panose="020B0A04020102020204" pitchFamily="34" charset="0"/>
                </a:rPr>
                <a:t>03</a:t>
              </a:r>
              <a:br>
                <a:rPr lang="en-US" dirty="0">
                  <a:solidFill>
                    <a:schemeClr val="accent2">
                      <a:lumMod val="75000"/>
                    </a:schemeClr>
                  </a:solidFill>
                </a:rPr>
              </a:br>
              <a:r>
                <a:rPr lang="en-US" sz="1400" b="1" dirty="0">
                  <a:solidFill>
                    <a:schemeClr val="accent2">
                      <a:lumMod val="75000"/>
                    </a:schemeClr>
                  </a:solidFill>
                  <a:latin typeface="+mj-lt"/>
                </a:rPr>
                <a:t>Such as business consulting for startups, financial planning for individuals, academic help for students, and skill development for professionals</a:t>
              </a:r>
              <a:r>
                <a:rPr lang="en-US" dirty="0">
                  <a:solidFill>
                    <a:schemeClr val="accent2">
                      <a:lumMod val="75000"/>
                    </a:schemeClr>
                  </a:solidFill>
                </a:rPr>
                <a:t>.</a:t>
              </a:r>
            </a:p>
          </p:txBody>
        </p:sp>
        <p:grpSp>
          <p:nvGrpSpPr>
            <p:cNvPr id="6" name="Group 5"/>
            <p:cNvGrpSpPr/>
            <p:nvPr/>
          </p:nvGrpSpPr>
          <p:grpSpPr>
            <a:xfrm>
              <a:off x="5963371" y="3604839"/>
              <a:ext cx="2718943" cy="2410475"/>
              <a:chOff x="5963371" y="3604839"/>
              <a:chExt cx="2718943" cy="2410475"/>
            </a:xfrm>
          </p:grpSpPr>
          <p:sp>
            <p:nvSpPr>
              <p:cNvPr id="58" name="Freeform 57"/>
              <p:cNvSpPr/>
              <p:nvPr/>
            </p:nvSpPr>
            <p:spPr>
              <a:xfrm>
                <a:off x="6271839" y="3604839"/>
                <a:ext cx="2410475" cy="2410475"/>
              </a:xfrm>
              <a:custGeom>
                <a:avLst/>
                <a:gdLst>
                  <a:gd name="connsiteX0" fmla="*/ 0 w 2410475"/>
                  <a:gd name="connsiteY0" fmla="*/ 0 h 2410475"/>
                  <a:gd name="connsiteX1" fmla="*/ 941479 w 2410475"/>
                  <a:gd name="connsiteY1" fmla="*/ 0 h 2410475"/>
                  <a:gd name="connsiteX2" fmla="*/ 1293157 w 2410475"/>
                  <a:gd name="connsiteY2" fmla="*/ 0 h 2410475"/>
                  <a:gd name="connsiteX3" fmla="*/ 2410475 w 2410475"/>
                  <a:gd name="connsiteY3" fmla="*/ 1117318 h 2410475"/>
                  <a:gd name="connsiteX4" fmla="*/ 1117318 w 2410475"/>
                  <a:gd name="connsiteY4" fmla="*/ 2410475 h 2410475"/>
                  <a:gd name="connsiteX5" fmla="*/ 0 w 2410475"/>
                  <a:gd name="connsiteY5" fmla="*/ 1293157 h 2410475"/>
                  <a:gd name="connsiteX6" fmla="*/ 0 w 2410475"/>
                  <a:gd name="connsiteY6" fmla="*/ 941479 h 24104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2410475" h="2410475">
                    <a:moveTo>
                      <a:pt x="0" y="0"/>
                    </a:moveTo>
                    <a:lnTo>
                      <a:pt x="941479" y="0"/>
                    </a:lnTo>
                    <a:lnTo>
                      <a:pt x="1293157" y="0"/>
                    </a:lnTo>
                    <a:lnTo>
                      <a:pt x="2410475" y="1117318"/>
                    </a:lnTo>
                    <a:lnTo>
                      <a:pt x="1117318" y="2410475"/>
                    </a:lnTo>
                    <a:lnTo>
                      <a:pt x="0" y="1293157"/>
                    </a:lnTo>
                    <a:lnTo>
                      <a:pt x="0" y="941479"/>
                    </a:lnTo>
                    <a:close/>
                  </a:path>
                </a:pathLst>
              </a:custGeom>
              <a:gradFill flip="none" rotWithShape="1">
                <a:gsLst>
                  <a:gs pos="0">
                    <a:schemeClr val="accent2">
                      <a:lumMod val="67000"/>
                    </a:schemeClr>
                  </a:gs>
                  <a:gs pos="48000">
                    <a:schemeClr val="accent2">
                      <a:lumMod val="97000"/>
                      <a:lumOff val="3000"/>
                    </a:schemeClr>
                  </a:gs>
                  <a:gs pos="100000">
                    <a:schemeClr val="accent2">
                      <a:lumMod val="60000"/>
                      <a:lumOff val="40000"/>
                    </a:schemeClr>
                  </a:gs>
                </a:gsLst>
                <a:path path="circle">
                  <a:fillToRect l="50000" t="50000" r="50000" b="50000"/>
                </a:path>
                <a:tileRect/>
              </a:gradFill>
              <a:ln>
                <a:noFill/>
              </a:ln>
              <a:effectLst>
                <a:outerShdw blurRad="149987" dist="250190" dir="8460000" algn="ctr">
                  <a:srgbClr val="000000">
                    <a:alpha val="28000"/>
                  </a:srgbClr>
                </a:outerShdw>
              </a:effectLst>
              <a:scene3d>
                <a:camera prst="orthographicFront">
                  <a:rot lat="0" lon="0" rev="0"/>
                </a:camera>
                <a:lightRig rig="contrasting" dir="t">
                  <a:rot lat="0" lon="0" rev="1500000"/>
                </a:lightRig>
              </a:scene3d>
              <a:sp3d prstMaterial="metal">
                <a:bevelT w="88900" h="88900"/>
              </a:sp3d>
            </p:spPr>
            <p:style>
              <a:lnRef idx="0">
                <a:scrgbClr r="0" g="0" b="0"/>
              </a:lnRef>
              <a:fillRef idx="0">
                <a:scrgbClr r="0" g="0" b="0"/>
              </a:fillRef>
              <a:effectRef idx="0">
                <a:scrgbClr r="0" g="0" b="0"/>
              </a:effectRef>
              <a:fontRef idx="minor">
                <a:schemeClr val="lt1"/>
              </a:fontRef>
            </p:style>
            <p:txBody>
              <a:bodyPr rtlCol="0" anchor="ctr"/>
              <a:lstStyle/>
              <a:p>
                <a:pPr algn="ctr"/>
                <a:endParaRPr lang="en-US"/>
              </a:p>
            </p:txBody>
          </p:sp>
          <p:sp>
            <p:nvSpPr>
              <p:cNvPr id="68" name="TextBox 67"/>
              <p:cNvSpPr txBox="1"/>
              <p:nvPr/>
            </p:nvSpPr>
            <p:spPr>
              <a:xfrm>
                <a:off x="5963371" y="4430669"/>
                <a:ext cx="2375354" cy="738664"/>
              </a:xfrm>
              <a:prstGeom prst="rect">
                <a:avLst/>
              </a:prstGeom>
              <a:noFill/>
            </p:spPr>
            <p:txBody>
              <a:bodyPr wrap="square" rtlCol="0">
                <a:spAutoFit/>
              </a:bodyPr>
              <a:lstStyle/>
              <a:p>
                <a:pPr algn="r"/>
                <a:r>
                  <a:rPr lang="en-US" sz="1400" dirty="0">
                    <a:solidFill>
                      <a:schemeClr val="accent2">
                        <a:lumMod val="50000"/>
                      </a:schemeClr>
                    </a:solidFill>
                    <a:latin typeface="+mj-lt"/>
                  </a:rPr>
                  <a:t>No accessible platform for personalized Ayurvedic guidance</a:t>
                </a:r>
                <a:endParaRPr lang="en-US" sz="1400" b="1" dirty="0">
                  <a:solidFill>
                    <a:schemeClr val="accent2">
                      <a:lumMod val="50000"/>
                    </a:schemeClr>
                  </a:solidFill>
                  <a:latin typeface="+mj-lt"/>
                </a:endParaRPr>
              </a:p>
            </p:txBody>
          </p:sp>
          <p:pic>
            <p:nvPicPr>
              <p:cNvPr id="2" name="Picture 1"/>
              <p:cNvPicPr>
                <a:picLocks noChangeAspect="1"/>
              </p:cNvPicPr>
              <p:nvPr/>
            </p:nvPicPr>
            <p:blipFill>
              <a:blip r:embed="rId4" cstate="print">
                <a:duotone>
                  <a:schemeClr val="accent2">
                    <a:shade val="45000"/>
                    <a:satMod val="135000"/>
                  </a:schemeClr>
                  <a:prstClr val="white"/>
                </a:duotone>
                <a:extLst>
                  <a:ext uri="{28A0092B-C50C-407E-A947-70E740481C1C}">
                    <a14:useLocalDpi xmlns:a14="http://schemas.microsoft.com/office/drawing/2010/main" val="0"/>
                  </a:ext>
                </a:extLst>
              </a:blip>
              <a:stretch>
                <a:fillRect/>
              </a:stretch>
            </p:blipFill>
            <p:spPr>
              <a:xfrm>
                <a:off x="6202231" y="3718029"/>
                <a:ext cx="817098" cy="696522"/>
              </a:xfrm>
              <a:prstGeom prst="rect">
                <a:avLst/>
              </a:prstGeom>
            </p:spPr>
          </p:pic>
        </p:grpSp>
      </p:grpSp>
      <p:grpSp>
        <p:nvGrpSpPr>
          <p:cNvPr id="8" name="Group 7"/>
          <p:cNvGrpSpPr/>
          <p:nvPr/>
        </p:nvGrpSpPr>
        <p:grpSpPr>
          <a:xfrm>
            <a:off x="142003" y="3604839"/>
            <a:ext cx="5778158" cy="2410475"/>
            <a:chOff x="142003" y="3604839"/>
            <a:chExt cx="5778158" cy="2410475"/>
          </a:xfrm>
        </p:grpSpPr>
        <p:sp>
          <p:nvSpPr>
            <p:cNvPr id="57" name="Freeform 56"/>
            <p:cNvSpPr/>
            <p:nvPr/>
          </p:nvSpPr>
          <p:spPr>
            <a:xfrm>
              <a:off x="3509686" y="3604839"/>
              <a:ext cx="2410475" cy="2410475"/>
            </a:xfrm>
            <a:custGeom>
              <a:avLst/>
              <a:gdLst>
                <a:gd name="connsiteX0" fmla="*/ 1117318 w 2410475"/>
                <a:gd name="connsiteY0" fmla="*/ 0 h 2410475"/>
                <a:gd name="connsiteX1" fmla="*/ 1468996 w 2410475"/>
                <a:gd name="connsiteY1" fmla="*/ 0 h 2410475"/>
                <a:gd name="connsiteX2" fmla="*/ 2410475 w 2410475"/>
                <a:gd name="connsiteY2" fmla="*/ 0 h 2410475"/>
                <a:gd name="connsiteX3" fmla="*/ 2410475 w 2410475"/>
                <a:gd name="connsiteY3" fmla="*/ 941479 h 2410475"/>
                <a:gd name="connsiteX4" fmla="*/ 2410475 w 2410475"/>
                <a:gd name="connsiteY4" fmla="*/ 1293157 h 2410475"/>
                <a:gd name="connsiteX5" fmla="*/ 1293157 w 2410475"/>
                <a:gd name="connsiteY5" fmla="*/ 2410475 h 2410475"/>
                <a:gd name="connsiteX6" fmla="*/ 0 w 2410475"/>
                <a:gd name="connsiteY6" fmla="*/ 1117318 h 24104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2410475" h="2410475">
                  <a:moveTo>
                    <a:pt x="1117318" y="0"/>
                  </a:moveTo>
                  <a:lnTo>
                    <a:pt x="1468996" y="0"/>
                  </a:lnTo>
                  <a:lnTo>
                    <a:pt x="2410475" y="0"/>
                  </a:lnTo>
                  <a:lnTo>
                    <a:pt x="2410475" y="941479"/>
                  </a:lnTo>
                  <a:lnTo>
                    <a:pt x="2410475" y="1293157"/>
                  </a:lnTo>
                  <a:lnTo>
                    <a:pt x="1293157" y="2410475"/>
                  </a:lnTo>
                  <a:lnTo>
                    <a:pt x="0" y="1117318"/>
                  </a:lnTo>
                  <a:close/>
                </a:path>
              </a:pathLst>
            </a:custGeom>
            <a:gradFill flip="none" rotWithShape="1">
              <a:gsLst>
                <a:gs pos="0">
                  <a:schemeClr val="accent4">
                    <a:lumMod val="67000"/>
                  </a:schemeClr>
                </a:gs>
                <a:gs pos="48000">
                  <a:schemeClr val="accent4">
                    <a:lumMod val="97000"/>
                    <a:lumOff val="3000"/>
                  </a:schemeClr>
                </a:gs>
                <a:gs pos="100000">
                  <a:schemeClr val="accent4">
                    <a:lumMod val="60000"/>
                    <a:lumOff val="40000"/>
                  </a:schemeClr>
                </a:gs>
              </a:gsLst>
              <a:path path="circle">
                <a:fillToRect l="50000" t="50000" r="50000" b="50000"/>
              </a:path>
              <a:tileRect/>
            </a:gradFill>
            <a:ln>
              <a:noFill/>
            </a:ln>
            <a:effectLst>
              <a:outerShdw blurRad="149987" dist="250190" dir="8460000" algn="ctr">
                <a:srgbClr val="000000">
                  <a:alpha val="28000"/>
                </a:srgbClr>
              </a:outerShdw>
            </a:effectLst>
            <a:scene3d>
              <a:camera prst="orthographicFront">
                <a:rot lat="0" lon="0" rev="0"/>
              </a:camera>
              <a:lightRig rig="contrasting" dir="t">
                <a:rot lat="0" lon="0" rev="1500000"/>
              </a:lightRig>
            </a:scene3d>
            <a:sp3d prstMaterial="metal">
              <a:bevelT w="88900" h="88900"/>
            </a:sp3d>
          </p:spPr>
          <p:style>
            <a:lnRef idx="0">
              <a:scrgbClr r="0" g="0" b="0"/>
            </a:lnRef>
            <a:fillRef idx="0">
              <a:scrgbClr r="0" g="0" b="0"/>
            </a:fillRef>
            <a:effectRef idx="0">
              <a:scrgbClr r="0" g="0" b="0"/>
            </a:effectRef>
            <a:fontRef idx="minor">
              <a:schemeClr val="lt1"/>
            </a:fontRef>
          </p:style>
          <p:txBody>
            <a:bodyPr rtlCol="0" anchor="ctr"/>
            <a:lstStyle/>
            <a:p>
              <a:pPr algn="ctr"/>
              <a:endParaRPr lang="en-US"/>
            </a:p>
          </p:txBody>
        </p:sp>
        <p:sp>
          <p:nvSpPr>
            <p:cNvPr id="70" name="TextBox 69"/>
            <p:cNvSpPr txBox="1"/>
            <p:nvPr/>
          </p:nvSpPr>
          <p:spPr>
            <a:xfrm>
              <a:off x="3919860" y="4548466"/>
              <a:ext cx="1928135" cy="523220"/>
            </a:xfrm>
            <a:prstGeom prst="rect">
              <a:avLst/>
            </a:prstGeom>
            <a:noFill/>
          </p:spPr>
          <p:txBody>
            <a:bodyPr wrap="square" rtlCol="0">
              <a:spAutoFit/>
            </a:bodyPr>
            <a:lstStyle/>
            <a:p>
              <a:r>
                <a:rPr lang="en-US" sz="1400" b="1" dirty="0">
                  <a:solidFill>
                    <a:schemeClr val="accent4">
                      <a:lumMod val="40000"/>
                      <a:lumOff val="60000"/>
                    </a:schemeClr>
                  </a:solidFill>
                  <a:latin typeface="+mj-lt"/>
                </a:rPr>
                <a:t>Frequent Shift in Treatment </a:t>
              </a:r>
            </a:p>
          </p:txBody>
        </p:sp>
        <p:sp>
          <p:nvSpPr>
            <p:cNvPr id="74" name="TextBox 73"/>
            <p:cNvSpPr txBox="1"/>
            <p:nvPr/>
          </p:nvSpPr>
          <p:spPr>
            <a:xfrm>
              <a:off x="142003" y="4117578"/>
              <a:ext cx="3480037" cy="1384995"/>
            </a:xfrm>
            <a:prstGeom prst="rect">
              <a:avLst/>
            </a:prstGeom>
            <a:noFill/>
          </p:spPr>
          <p:txBody>
            <a:bodyPr wrap="square" rtlCol="0">
              <a:spAutoFit/>
            </a:bodyPr>
            <a:lstStyle/>
            <a:p>
              <a:pPr algn="ctr"/>
              <a:r>
                <a:rPr lang="en-US" sz="2800" dirty="0">
                  <a:solidFill>
                    <a:schemeClr val="accent4">
                      <a:lumMod val="75000"/>
                    </a:schemeClr>
                  </a:solidFill>
                  <a:latin typeface="Arial Black" panose="020B0A04020102020204" pitchFamily="34" charset="0"/>
                </a:rPr>
                <a:t>04</a:t>
              </a:r>
              <a:br>
                <a:rPr lang="en-US" sz="1400" b="1" dirty="0">
                  <a:solidFill>
                    <a:schemeClr val="accent4">
                      <a:lumMod val="75000"/>
                    </a:schemeClr>
                  </a:solidFill>
                  <a:latin typeface="+mj-lt"/>
                </a:rPr>
              </a:br>
              <a:r>
                <a:rPr lang="en-US" sz="1400" dirty="0">
                  <a:solidFill>
                    <a:srgbClr val="BF9000"/>
                  </a:solidFill>
                </a:rPr>
                <a:t>Because of this lack of awareness and the absence of proper solutions, people often rely on regular medicines or keep changing treatments frequently.</a:t>
              </a:r>
              <a:endParaRPr lang="en-US" sz="1400" b="1" dirty="0">
                <a:solidFill>
                  <a:srgbClr val="BF9000"/>
                </a:solidFill>
                <a:latin typeface="+mj-lt"/>
              </a:endParaRPr>
            </a:p>
          </p:txBody>
        </p:sp>
        <p:pic>
          <p:nvPicPr>
            <p:cNvPr id="3" name="Picture 2"/>
            <p:cNvPicPr>
              <a:picLocks noChangeAspect="1"/>
            </p:cNvPicPr>
            <p:nvPr/>
          </p:nvPicPr>
          <p:blipFill>
            <a:blip r:embed="rId5" cstate="print">
              <a:duotone>
                <a:schemeClr val="accent4">
                  <a:shade val="45000"/>
                  <a:satMod val="135000"/>
                </a:schemeClr>
                <a:prstClr val="white"/>
              </a:duotone>
              <a:extLst>
                <a:ext uri="{28A0092B-C50C-407E-A947-70E740481C1C}">
                  <a14:useLocalDpi xmlns:a14="http://schemas.microsoft.com/office/drawing/2010/main" val="0"/>
                </a:ext>
              </a:extLst>
            </a:blip>
            <a:stretch>
              <a:fillRect/>
            </a:stretch>
          </p:blipFill>
          <p:spPr>
            <a:xfrm>
              <a:off x="5083812" y="3705329"/>
              <a:ext cx="734403" cy="734403"/>
            </a:xfrm>
            <a:prstGeom prst="rect">
              <a:avLst/>
            </a:prstGeom>
          </p:spPr>
        </p:pic>
      </p:grpSp>
      <p:sp>
        <p:nvSpPr>
          <p:cNvPr id="9" name="TextBox 8"/>
          <p:cNvSpPr txBox="1"/>
          <p:nvPr/>
        </p:nvSpPr>
        <p:spPr>
          <a:xfrm>
            <a:off x="3381990" y="153437"/>
            <a:ext cx="5779698" cy="523220"/>
          </a:xfrm>
          <a:prstGeom prst="rect">
            <a:avLst/>
          </a:prstGeom>
          <a:noFill/>
        </p:spPr>
        <p:txBody>
          <a:bodyPr wrap="square" rtlCol="0">
            <a:spAutoFit/>
          </a:bodyPr>
          <a:lstStyle/>
          <a:p>
            <a:pPr algn="ctr"/>
            <a:r>
              <a:rPr lang="en-US" sz="2800" b="1" dirty="0">
                <a:solidFill>
                  <a:schemeClr val="tx1">
                    <a:lumMod val="65000"/>
                    <a:lumOff val="35000"/>
                  </a:schemeClr>
                </a:solidFill>
                <a:latin typeface="Arial Black" panose="020B0A04020102020204" pitchFamily="34" charset="0"/>
              </a:rPr>
              <a:t>PROBLEM STATEMENT</a:t>
            </a:r>
          </a:p>
        </p:txBody>
      </p:sp>
    </p:spTree>
    <p:extLst>
      <p:ext uri="{BB962C8B-B14F-4D97-AF65-F5344CB8AC3E}">
        <p14:creationId xmlns:p14="http://schemas.microsoft.com/office/powerpoint/2010/main" val="3666044031"/>
      </p:ext>
    </p:extLst>
  </p:cSld>
  <p:clrMapOvr>
    <a:masterClrMapping/>
  </p:clrMapOvr>
  <mc:AlternateContent xmlns:mc="http://schemas.openxmlformats.org/markup-compatibility/2006" xmlns:p14="http://schemas.microsoft.com/office/powerpoint/2010/main">
    <mc:Choice Requires="p14">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4" fill="hold" grpId="0" nodeType="withEffect" p14:presetBounceEnd="75000">
                                      <p:stCondLst>
                                        <p:cond delay="0"/>
                                      </p:stCondLst>
                                      <p:childTnLst>
                                        <p:set>
                                          <p:cBhvr>
                                            <p:cTn id="6" dur="1" fill="hold">
                                              <p:stCondLst>
                                                <p:cond delay="0"/>
                                              </p:stCondLst>
                                            </p:cTn>
                                            <p:tgtEl>
                                              <p:spTgt spid="71"/>
                                            </p:tgtEl>
                                            <p:attrNameLst>
                                              <p:attrName>style.visibility</p:attrName>
                                            </p:attrNameLst>
                                          </p:cBhvr>
                                          <p:to>
                                            <p:strVal val="visible"/>
                                          </p:to>
                                        </p:set>
                                        <p:anim calcmode="lin" valueType="num" p14:bounceEnd="75000">
                                          <p:cBhvr additive="base">
                                            <p:cTn id="7" dur="2000" fill="hold"/>
                                            <p:tgtEl>
                                              <p:spTgt spid="71"/>
                                            </p:tgtEl>
                                            <p:attrNameLst>
                                              <p:attrName>ppt_x</p:attrName>
                                            </p:attrNameLst>
                                          </p:cBhvr>
                                          <p:tavLst>
                                            <p:tav tm="0">
                                              <p:val>
                                                <p:strVal val="#ppt_x"/>
                                              </p:val>
                                            </p:tav>
                                            <p:tav tm="100000">
                                              <p:val>
                                                <p:strVal val="#ppt_x"/>
                                              </p:val>
                                            </p:tav>
                                          </p:tavLst>
                                        </p:anim>
                                        <p:anim calcmode="lin" valueType="num" p14:bounceEnd="75000">
                                          <p:cBhvr additive="base">
                                            <p:cTn id="8" dur="2000" fill="hold"/>
                                            <p:tgtEl>
                                              <p:spTgt spid="71"/>
                                            </p:tgtEl>
                                            <p:attrNameLst>
                                              <p:attrName>ppt_y</p:attrName>
                                            </p:attrNameLst>
                                          </p:cBhvr>
                                          <p:tavLst>
                                            <p:tav tm="0">
                                              <p:val>
                                                <p:strVal val="1+#ppt_h/2"/>
                                              </p:val>
                                            </p:tav>
                                            <p:tav tm="100000">
                                              <p:val>
                                                <p:strVal val="#ppt_y"/>
                                              </p:val>
                                            </p:tav>
                                          </p:tavLst>
                                        </p:anim>
                                      </p:childTnLst>
                                    </p:cTn>
                                  </p:par>
                                  <p:par>
                                    <p:cTn id="9" presetID="2" presetClass="entr" presetSubtype="4" fill="hold" grpId="0" nodeType="withEffect" p14:presetBounceEnd="75000">
                                      <p:stCondLst>
                                        <p:cond delay="0"/>
                                      </p:stCondLst>
                                      <p:childTnLst>
                                        <p:set>
                                          <p:cBhvr>
                                            <p:cTn id="10" dur="1" fill="hold">
                                              <p:stCondLst>
                                                <p:cond delay="0"/>
                                              </p:stCondLst>
                                            </p:cTn>
                                            <p:tgtEl>
                                              <p:spTgt spid="56"/>
                                            </p:tgtEl>
                                            <p:attrNameLst>
                                              <p:attrName>style.visibility</p:attrName>
                                            </p:attrNameLst>
                                          </p:cBhvr>
                                          <p:to>
                                            <p:strVal val="visible"/>
                                          </p:to>
                                        </p:set>
                                        <p:anim calcmode="lin" valueType="num" p14:bounceEnd="75000">
                                          <p:cBhvr additive="base">
                                            <p:cTn id="11" dur="2000" fill="hold"/>
                                            <p:tgtEl>
                                              <p:spTgt spid="56"/>
                                            </p:tgtEl>
                                            <p:attrNameLst>
                                              <p:attrName>ppt_x</p:attrName>
                                            </p:attrNameLst>
                                          </p:cBhvr>
                                          <p:tavLst>
                                            <p:tav tm="0">
                                              <p:val>
                                                <p:strVal val="#ppt_x"/>
                                              </p:val>
                                            </p:tav>
                                            <p:tav tm="100000">
                                              <p:val>
                                                <p:strVal val="#ppt_x"/>
                                              </p:val>
                                            </p:tav>
                                          </p:tavLst>
                                        </p:anim>
                                        <p:anim calcmode="lin" valueType="num" p14:bounceEnd="75000">
                                          <p:cBhvr additive="base">
                                            <p:cTn id="12" dur="2000" fill="hold"/>
                                            <p:tgtEl>
                                              <p:spTgt spid="56"/>
                                            </p:tgtEl>
                                            <p:attrNameLst>
                                              <p:attrName>ppt_y</p:attrName>
                                            </p:attrNameLst>
                                          </p:cBhvr>
                                          <p:tavLst>
                                            <p:tav tm="0">
                                              <p:val>
                                                <p:strVal val="1+#ppt_h/2"/>
                                              </p:val>
                                            </p:tav>
                                            <p:tav tm="100000">
                                              <p:val>
                                                <p:strVal val="#ppt_y"/>
                                              </p:val>
                                            </p:tav>
                                          </p:tavLst>
                                        </p:anim>
                                      </p:childTnLst>
                                    </p:cTn>
                                  </p:par>
                                  <p:par>
                                    <p:cTn id="13" presetID="2" presetClass="entr" presetSubtype="4" fill="hold" grpId="0" nodeType="withEffect" p14:presetBounceEnd="75000">
                                      <p:stCondLst>
                                        <p:cond delay="0"/>
                                      </p:stCondLst>
                                      <p:childTnLst>
                                        <p:set>
                                          <p:cBhvr>
                                            <p:cTn id="14" dur="1" fill="hold">
                                              <p:stCondLst>
                                                <p:cond delay="0"/>
                                              </p:stCondLst>
                                            </p:cTn>
                                            <p:tgtEl>
                                              <p:spTgt spid="64"/>
                                            </p:tgtEl>
                                            <p:attrNameLst>
                                              <p:attrName>style.visibility</p:attrName>
                                            </p:attrNameLst>
                                          </p:cBhvr>
                                          <p:to>
                                            <p:strVal val="visible"/>
                                          </p:to>
                                        </p:set>
                                        <p:anim calcmode="lin" valueType="num" p14:bounceEnd="75000">
                                          <p:cBhvr additive="base">
                                            <p:cTn id="15" dur="2000" fill="hold"/>
                                            <p:tgtEl>
                                              <p:spTgt spid="64"/>
                                            </p:tgtEl>
                                            <p:attrNameLst>
                                              <p:attrName>ppt_x</p:attrName>
                                            </p:attrNameLst>
                                          </p:cBhvr>
                                          <p:tavLst>
                                            <p:tav tm="0">
                                              <p:val>
                                                <p:strVal val="#ppt_x"/>
                                              </p:val>
                                            </p:tav>
                                            <p:tav tm="100000">
                                              <p:val>
                                                <p:strVal val="#ppt_x"/>
                                              </p:val>
                                            </p:tav>
                                          </p:tavLst>
                                        </p:anim>
                                        <p:anim calcmode="lin" valueType="num" p14:bounceEnd="75000">
                                          <p:cBhvr additive="base">
                                            <p:cTn id="16" dur="2000" fill="hold"/>
                                            <p:tgtEl>
                                              <p:spTgt spid="64"/>
                                            </p:tgtEl>
                                            <p:attrNameLst>
                                              <p:attrName>ppt_y</p:attrName>
                                            </p:attrNameLst>
                                          </p:cBhvr>
                                          <p:tavLst>
                                            <p:tav tm="0">
                                              <p:val>
                                                <p:strVal val="1+#ppt_h/2"/>
                                              </p:val>
                                            </p:tav>
                                            <p:tav tm="100000">
                                              <p:val>
                                                <p:strVal val="#ppt_y"/>
                                              </p:val>
                                            </p:tav>
                                          </p:tavLst>
                                        </p:anim>
                                      </p:childTnLst>
                                    </p:cTn>
                                  </p:par>
                                  <p:par>
                                    <p:cTn id="17" presetID="2" presetClass="entr" presetSubtype="4" fill="hold" nodeType="withEffect" p14:presetBounceEnd="75000">
                                      <p:stCondLst>
                                        <p:cond delay="0"/>
                                      </p:stCondLst>
                                      <p:childTnLst>
                                        <p:set>
                                          <p:cBhvr>
                                            <p:cTn id="18" dur="1" fill="hold">
                                              <p:stCondLst>
                                                <p:cond delay="0"/>
                                              </p:stCondLst>
                                            </p:cTn>
                                            <p:tgtEl>
                                              <p:spTgt spid="65"/>
                                            </p:tgtEl>
                                            <p:attrNameLst>
                                              <p:attrName>style.visibility</p:attrName>
                                            </p:attrNameLst>
                                          </p:cBhvr>
                                          <p:to>
                                            <p:strVal val="visible"/>
                                          </p:to>
                                        </p:set>
                                        <p:anim calcmode="lin" valueType="num" p14:bounceEnd="75000">
                                          <p:cBhvr additive="base">
                                            <p:cTn id="19" dur="2000" fill="hold"/>
                                            <p:tgtEl>
                                              <p:spTgt spid="65"/>
                                            </p:tgtEl>
                                            <p:attrNameLst>
                                              <p:attrName>ppt_x</p:attrName>
                                            </p:attrNameLst>
                                          </p:cBhvr>
                                          <p:tavLst>
                                            <p:tav tm="0">
                                              <p:val>
                                                <p:strVal val="#ppt_x"/>
                                              </p:val>
                                            </p:tav>
                                            <p:tav tm="100000">
                                              <p:val>
                                                <p:strVal val="#ppt_x"/>
                                              </p:val>
                                            </p:tav>
                                          </p:tavLst>
                                        </p:anim>
                                        <p:anim calcmode="lin" valueType="num" p14:bounceEnd="75000">
                                          <p:cBhvr additive="base">
                                            <p:cTn id="20" dur="2000" fill="hold"/>
                                            <p:tgtEl>
                                              <p:spTgt spid="65"/>
                                            </p:tgtEl>
                                            <p:attrNameLst>
                                              <p:attrName>ppt_y</p:attrName>
                                            </p:attrNameLst>
                                          </p:cBhvr>
                                          <p:tavLst>
                                            <p:tav tm="0">
                                              <p:val>
                                                <p:strVal val="1+#ppt_h/2"/>
                                              </p:val>
                                            </p:tav>
                                            <p:tav tm="100000">
                                              <p:val>
                                                <p:strVal val="#ppt_y"/>
                                              </p:val>
                                            </p:tav>
                                          </p:tavLst>
                                        </p:anim>
                                      </p:childTnLst>
                                    </p:cTn>
                                  </p:par>
                                </p:childTnLst>
                              </p:cTn>
                            </p:par>
                          </p:childTnLst>
                        </p:cTn>
                      </p:par>
                      <p:par>
                        <p:cTn id="21" fill="hold">
                          <p:stCondLst>
                            <p:cond delay="indefinite"/>
                          </p:stCondLst>
                          <p:childTnLst>
                            <p:par>
                              <p:cTn id="22" fill="hold">
                                <p:stCondLst>
                                  <p:cond delay="0"/>
                                </p:stCondLst>
                                <p:childTnLst>
                                  <p:par>
                                    <p:cTn id="23" presetID="2" presetClass="entr" presetSubtype="4" fill="hold" nodeType="clickEffect" p14:presetBounceEnd="75000">
                                      <p:stCondLst>
                                        <p:cond delay="0"/>
                                      </p:stCondLst>
                                      <p:childTnLst>
                                        <p:set>
                                          <p:cBhvr>
                                            <p:cTn id="24" dur="1" fill="hold">
                                              <p:stCondLst>
                                                <p:cond delay="0"/>
                                              </p:stCondLst>
                                            </p:cTn>
                                            <p:tgtEl>
                                              <p:spTgt spid="4"/>
                                            </p:tgtEl>
                                            <p:attrNameLst>
                                              <p:attrName>style.visibility</p:attrName>
                                            </p:attrNameLst>
                                          </p:cBhvr>
                                          <p:to>
                                            <p:strVal val="visible"/>
                                          </p:to>
                                        </p:set>
                                        <p:anim calcmode="lin" valueType="num" p14:bounceEnd="75000">
                                          <p:cBhvr additive="base">
                                            <p:cTn id="25" dur="2000" fill="hold"/>
                                            <p:tgtEl>
                                              <p:spTgt spid="4"/>
                                            </p:tgtEl>
                                            <p:attrNameLst>
                                              <p:attrName>ppt_x</p:attrName>
                                            </p:attrNameLst>
                                          </p:cBhvr>
                                          <p:tavLst>
                                            <p:tav tm="0">
                                              <p:val>
                                                <p:strVal val="#ppt_x"/>
                                              </p:val>
                                            </p:tav>
                                            <p:tav tm="100000">
                                              <p:val>
                                                <p:strVal val="#ppt_x"/>
                                              </p:val>
                                            </p:tav>
                                          </p:tavLst>
                                        </p:anim>
                                        <p:anim calcmode="lin" valueType="num" p14:bounceEnd="75000">
                                          <p:cBhvr additive="base">
                                            <p:cTn id="26" dur="2000" fill="hold"/>
                                            <p:tgtEl>
                                              <p:spTgt spid="4"/>
                                            </p:tgtEl>
                                            <p:attrNameLst>
                                              <p:attrName>ppt_y</p:attrName>
                                            </p:attrNameLst>
                                          </p:cBhvr>
                                          <p:tavLst>
                                            <p:tav tm="0">
                                              <p:val>
                                                <p:strVal val="1+#ppt_h/2"/>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9" presetID="2" presetClass="entr" presetSubtype="4" fill="hold" nodeType="clickEffect" p14:presetBounceEnd="75000">
                                      <p:stCondLst>
                                        <p:cond delay="0"/>
                                      </p:stCondLst>
                                      <p:childTnLst>
                                        <p:set>
                                          <p:cBhvr>
                                            <p:cTn id="30" dur="1" fill="hold">
                                              <p:stCondLst>
                                                <p:cond delay="0"/>
                                              </p:stCondLst>
                                            </p:cTn>
                                            <p:tgtEl>
                                              <p:spTgt spid="7"/>
                                            </p:tgtEl>
                                            <p:attrNameLst>
                                              <p:attrName>style.visibility</p:attrName>
                                            </p:attrNameLst>
                                          </p:cBhvr>
                                          <p:to>
                                            <p:strVal val="visible"/>
                                          </p:to>
                                        </p:set>
                                        <p:anim calcmode="lin" valueType="num" p14:bounceEnd="75000">
                                          <p:cBhvr additive="base">
                                            <p:cTn id="31" dur="2000" fill="hold"/>
                                            <p:tgtEl>
                                              <p:spTgt spid="7"/>
                                            </p:tgtEl>
                                            <p:attrNameLst>
                                              <p:attrName>ppt_x</p:attrName>
                                            </p:attrNameLst>
                                          </p:cBhvr>
                                          <p:tavLst>
                                            <p:tav tm="0">
                                              <p:val>
                                                <p:strVal val="#ppt_x"/>
                                              </p:val>
                                            </p:tav>
                                            <p:tav tm="100000">
                                              <p:val>
                                                <p:strVal val="#ppt_x"/>
                                              </p:val>
                                            </p:tav>
                                          </p:tavLst>
                                        </p:anim>
                                        <p:anim calcmode="lin" valueType="num" p14:bounceEnd="75000">
                                          <p:cBhvr additive="base">
                                            <p:cTn id="32" dur="2000" fill="hold"/>
                                            <p:tgtEl>
                                              <p:spTgt spid="7"/>
                                            </p:tgtEl>
                                            <p:attrNameLst>
                                              <p:attrName>ppt_y</p:attrName>
                                            </p:attrNameLst>
                                          </p:cBhvr>
                                          <p:tavLst>
                                            <p:tav tm="0">
                                              <p:val>
                                                <p:strVal val="1+#ppt_h/2"/>
                                              </p:val>
                                            </p:tav>
                                            <p:tav tm="100000">
                                              <p:val>
                                                <p:strVal val="#ppt_y"/>
                                              </p:val>
                                            </p:tav>
                                          </p:tavLst>
                                        </p:anim>
                                      </p:childTnLst>
                                    </p:cTn>
                                  </p:par>
                                </p:childTnLst>
                              </p:cTn>
                            </p:par>
                          </p:childTnLst>
                        </p:cTn>
                      </p:par>
                      <p:par>
                        <p:cTn id="33" fill="hold">
                          <p:stCondLst>
                            <p:cond delay="indefinite"/>
                          </p:stCondLst>
                          <p:childTnLst>
                            <p:par>
                              <p:cTn id="34" fill="hold">
                                <p:stCondLst>
                                  <p:cond delay="0"/>
                                </p:stCondLst>
                                <p:childTnLst>
                                  <p:par>
                                    <p:cTn id="35" presetID="2" presetClass="entr" presetSubtype="4" fill="hold" nodeType="clickEffect" p14:presetBounceEnd="75000">
                                      <p:stCondLst>
                                        <p:cond delay="0"/>
                                      </p:stCondLst>
                                      <p:childTnLst>
                                        <p:set>
                                          <p:cBhvr>
                                            <p:cTn id="36" dur="1" fill="hold">
                                              <p:stCondLst>
                                                <p:cond delay="0"/>
                                              </p:stCondLst>
                                            </p:cTn>
                                            <p:tgtEl>
                                              <p:spTgt spid="8"/>
                                            </p:tgtEl>
                                            <p:attrNameLst>
                                              <p:attrName>style.visibility</p:attrName>
                                            </p:attrNameLst>
                                          </p:cBhvr>
                                          <p:to>
                                            <p:strVal val="visible"/>
                                          </p:to>
                                        </p:set>
                                        <p:anim calcmode="lin" valueType="num" p14:bounceEnd="75000">
                                          <p:cBhvr additive="base">
                                            <p:cTn id="37" dur="2000" fill="hold"/>
                                            <p:tgtEl>
                                              <p:spTgt spid="8"/>
                                            </p:tgtEl>
                                            <p:attrNameLst>
                                              <p:attrName>ppt_x</p:attrName>
                                            </p:attrNameLst>
                                          </p:cBhvr>
                                          <p:tavLst>
                                            <p:tav tm="0">
                                              <p:val>
                                                <p:strVal val="#ppt_x"/>
                                              </p:val>
                                            </p:tav>
                                            <p:tav tm="100000">
                                              <p:val>
                                                <p:strVal val="#ppt_x"/>
                                              </p:val>
                                            </p:tav>
                                          </p:tavLst>
                                        </p:anim>
                                        <p:anim calcmode="lin" valueType="num" p14:bounceEnd="75000">
                                          <p:cBhvr additive="base">
                                            <p:cTn id="38" dur="2000" fill="hold"/>
                                            <p:tgtEl>
                                              <p:spTgt spid="8"/>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6" grpId="0" animBg="1"/>
          <p:bldP spid="64" grpId="0"/>
          <p:bldP spid="71" grpId="0"/>
        </p:bldLst>
      </p:timing>
    </mc:Choice>
    <mc:Fallback xmlns="">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4" fill="hold" grpId="0" nodeType="withEffect">
                                      <p:stCondLst>
                                        <p:cond delay="0"/>
                                      </p:stCondLst>
                                      <p:childTnLst>
                                        <p:set>
                                          <p:cBhvr>
                                            <p:cTn id="6" dur="1" fill="hold">
                                              <p:stCondLst>
                                                <p:cond delay="0"/>
                                              </p:stCondLst>
                                            </p:cTn>
                                            <p:tgtEl>
                                              <p:spTgt spid="71"/>
                                            </p:tgtEl>
                                            <p:attrNameLst>
                                              <p:attrName>style.visibility</p:attrName>
                                            </p:attrNameLst>
                                          </p:cBhvr>
                                          <p:to>
                                            <p:strVal val="visible"/>
                                          </p:to>
                                        </p:set>
                                        <p:anim calcmode="lin" valueType="num">
                                          <p:cBhvr additive="base">
                                            <p:cTn id="7" dur="2000" fill="hold"/>
                                            <p:tgtEl>
                                              <p:spTgt spid="71"/>
                                            </p:tgtEl>
                                            <p:attrNameLst>
                                              <p:attrName>ppt_x</p:attrName>
                                            </p:attrNameLst>
                                          </p:cBhvr>
                                          <p:tavLst>
                                            <p:tav tm="0">
                                              <p:val>
                                                <p:strVal val="#ppt_x"/>
                                              </p:val>
                                            </p:tav>
                                            <p:tav tm="100000">
                                              <p:val>
                                                <p:strVal val="#ppt_x"/>
                                              </p:val>
                                            </p:tav>
                                          </p:tavLst>
                                        </p:anim>
                                        <p:anim calcmode="lin" valueType="num">
                                          <p:cBhvr additive="base">
                                            <p:cTn id="8" dur="2000" fill="hold"/>
                                            <p:tgtEl>
                                              <p:spTgt spid="71"/>
                                            </p:tgtEl>
                                            <p:attrNameLst>
                                              <p:attrName>ppt_y</p:attrName>
                                            </p:attrNameLst>
                                          </p:cBhvr>
                                          <p:tavLst>
                                            <p:tav tm="0">
                                              <p:val>
                                                <p:strVal val="1+#ppt_h/2"/>
                                              </p:val>
                                            </p:tav>
                                            <p:tav tm="100000">
                                              <p:val>
                                                <p:strVal val="#ppt_y"/>
                                              </p:val>
                                            </p:tav>
                                          </p:tavLst>
                                        </p:anim>
                                      </p:childTnLst>
                                    </p:cTn>
                                  </p:par>
                                  <p:par>
                                    <p:cTn id="9" presetID="2" presetClass="entr" presetSubtype="4" fill="hold" grpId="0" nodeType="withEffect">
                                      <p:stCondLst>
                                        <p:cond delay="0"/>
                                      </p:stCondLst>
                                      <p:childTnLst>
                                        <p:set>
                                          <p:cBhvr>
                                            <p:cTn id="10" dur="1" fill="hold">
                                              <p:stCondLst>
                                                <p:cond delay="0"/>
                                              </p:stCondLst>
                                            </p:cTn>
                                            <p:tgtEl>
                                              <p:spTgt spid="56"/>
                                            </p:tgtEl>
                                            <p:attrNameLst>
                                              <p:attrName>style.visibility</p:attrName>
                                            </p:attrNameLst>
                                          </p:cBhvr>
                                          <p:to>
                                            <p:strVal val="visible"/>
                                          </p:to>
                                        </p:set>
                                        <p:anim calcmode="lin" valueType="num">
                                          <p:cBhvr additive="base">
                                            <p:cTn id="11" dur="2000" fill="hold"/>
                                            <p:tgtEl>
                                              <p:spTgt spid="56"/>
                                            </p:tgtEl>
                                            <p:attrNameLst>
                                              <p:attrName>ppt_x</p:attrName>
                                            </p:attrNameLst>
                                          </p:cBhvr>
                                          <p:tavLst>
                                            <p:tav tm="0">
                                              <p:val>
                                                <p:strVal val="#ppt_x"/>
                                              </p:val>
                                            </p:tav>
                                            <p:tav tm="100000">
                                              <p:val>
                                                <p:strVal val="#ppt_x"/>
                                              </p:val>
                                            </p:tav>
                                          </p:tavLst>
                                        </p:anim>
                                        <p:anim calcmode="lin" valueType="num">
                                          <p:cBhvr additive="base">
                                            <p:cTn id="12" dur="2000" fill="hold"/>
                                            <p:tgtEl>
                                              <p:spTgt spid="56"/>
                                            </p:tgtEl>
                                            <p:attrNameLst>
                                              <p:attrName>ppt_y</p:attrName>
                                            </p:attrNameLst>
                                          </p:cBhvr>
                                          <p:tavLst>
                                            <p:tav tm="0">
                                              <p:val>
                                                <p:strVal val="1+#ppt_h/2"/>
                                              </p:val>
                                            </p:tav>
                                            <p:tav tm="100000">
                                              <p:val>
                                                <p:strVal val="#ppt_y"/>
                                              </p:val>
                                            </p:tav>
                                          </p:tavLst>
                                        </p:anim>
                                      </p:childTnLst>
                                    </p:cTn>
                                  </p:par>
                                  <p:par>
                                    <p:cTn id="13" presetID="2" presetClass="entr" presetSubtype="4" fill="hold" grpId="0" nodeType="withEffect">
                                      <p:stCondLst>
                                        <p:cond delay="0"/>
                                      </p:stCondLst>
                                      <p:childTnLst>
                                        <p:set>
                                          <p:cBhvr>
                                            <p:cTn id="14" dur="1" fill="hold">
                                              <p:stCondLst>
                                                <p:cond delay="0"/>
                                              </p:stCondLst>
                                            </p:cTn>
                                            <p:tgtEl>
                                              <p:spTgt spid="64"/>
                                            </p:tgtEl>
                                            <p:attrNameLst>
                                              <p:attrName>style.visibility</p:attrName>
                                            </p:attrNameLst>
                                          </p:cBhvr>
                                          <p:to>
                                            <p:strVal val="visible"/>
                                          </p:to>
                                        </p:set>
                                        <p:anim calcmode="lin" valueType="num">
                                          <p:cBhvr additive="base">
                                            <p:cTn id="15" dur="2000" fill="hold"/>
                                            <p:tgtEl>
                                              <p:spTgt spid="64"/>
                                            </p:tgtEl>
                                            <p:attrNameLst>
                                              <p:attrName>ppt_x</p:attrName>
                                            </p:attrNameLst>
                                          </p:cBhvr>
                                          <p:tavLst>
                                            <p:tav tm="0">
                                              <p:val>
                                                <p:strVal val="#ppt_x"/>
                                              </p:val>
                                            </p:tav>
                                            <p:tav tm="100000">
                                              <p:val>
                                                <p:strVal val="#ppt_x"/>
                                              </p:val>
                                            </p:tav>
                                          </p:tavLst>
                                        </p:anim>
                                        <p:anim calcmode="lin" valueType="num">
                                          <p:cBhvr additive="base">
                                            <p:cTn id="16" dur="2000" fill="hold"/>
                                            <p:tgtEl>
                                              <p:spTgt spid="64"/>
                                            </p:tgtEl>
                                            <p:attrNameLst>
                                              <p:attrName>ppt_y</p:attrName>
                                            </p:attrNameLst>
                                          </p:cBhvr>
                                          <p:tavLst>
                                            <p:tav tm="0">
                                              <p:val>
                                                <p:strVal val="1+#ppt_h/2"/>
                                              </p:val>
                                            </p:tav>
                                            <p:tav tm="100000">
                                              <p:val>
                                                <p:strVal val="#ppt_y"/>
                                              </p:val>
                                            </p:tav>
                                          </p:tavLst>
                                        </p:anim>
                                      </p:childTnLst>
                                    </p:cTn>
                                  </p:par>
                                  <p:par>
                                    <p:cTn id="17" presetID="2" presetClass="entr" presetSubtype="4" fill="hold" nodeType="withEffect">
                                      <p:stCondLst>
                                        <p:cond delay="0"/>
                                      </p:stCondLst>
                                      <p:childTnLst>
                                        <p:set>
                                          <p:cBhvr>
                                            <p:cTn id="18" dur="1" fill="hold">
                                              <p:stCondLst>
                                                <p:cond delay="0"/>
                                              </p:stCondLst>
                                            </p:cTn>
                                            <p:tgtEl>
                                              <p:spTgt spid="65"/>
                                            </p:tgtEl>
                                            <p:attrNameLst>
                                              <p:attrName>style.visibility</p:attrName>
                                            </p:attrNameLst>
                                          </p:cBhvr>
                                          <p:to>
                                            <p:strVal val="visible"/>
                                          </p:to>
                                        </p:set>
                                        <p:anim calcmode="lin" valueType="num">
                                          <p:cBhvr additive="base">
                                            <p:cTn id="19" dur="2000" fill="hold"/>
                                            <p:tgtEl>
                                              <p:spTgt spid="65"/>
                                            </p:tgtEl>
                                            <p:attrNameLst>
                                              <p:attrName>ppt_x</p:attrName>
                                            </p:attrNameLst>
                                          </p:cBhvr>
                                          <p:tavLst>
                                            <p:tav tm="0">
                                              <p:val>
                                                <p:strVal val="#ppt_x"/>
                                              </p:val>
                                            </p:tav>
                                            <p:tav tm="100000">
                                              <p:val>
                                                <p:strVal val="#ppt_x"/>
                                              </p:val>
                                            </p:tav>
                                          </p:tavLst>
                                        </p:anim>
                                        <p:anim calcmode="lin" valueType="num">
                                          <p:cBhvr additive="base">
                                            <p:cTn id="20" dur="2000" fill="hold"/>
                                            <p:tgtEl>
                                              <p:spTgt spid="65"/>
                                            </p:tgtEl>
                                            <p:attrNameLst>
                                              <p:attrName>ppt_y</p:attrName>
                                            </p:attrNameLst>
                                          </p:cBhvr>
                                          <p:tavLst>
                                            <p:tav tm="0">
                                              <p:val>
                                                <p:strVal val="1+#ppt_h/2"/>
                                              </p:val>
                                            </p:tav>
                                            <p:tav tm="100000">
                                              <p:val>
                                                <p:strVal val="#ppt_y"/>
                                              </p:val>
                                            </p:tav>
                                          </p:tavLst>
                                        </p:anim>
                                      </p:childTnLst>
                                    </p:cTn>
                                  </p:par>
                                </p:childTnLst>
                              </p:cTn>
                            </p:par>
                          </p:childTnLst>
                        </p:cTn>
                      </p:par>
                      <p:par>
                        <p:cTn id="21" fill="hold">
                          <p:stCondLst>
                            <p:cond delay="indefinite"/>
                          </p:stCondLst>
                          <p:childTnLst>
                            <p:par>
                              <p:cTn id="22" fill="hold">
                                <p:stCondLst>
                                  <p:cond delay="0"/>
                                </p:stCondLst>
                                <p:childTnLst>
                                  <p:par>
                                    <p:cTn id="23" presetID="2" presetClass="entr" presetSubtype="4" fill="hold" nodeType="clickEffect">
                                      <p:stCondLst>
                                        <p:cond delay="0"/>
                                      </p:stCondLst>
                                      <p:childTnLst>
                                        <p:set>
                                          <p:cBhvr>
                                            <p:cTn id="24" dur="1" fill="hold">
                                              <p:stCondLst>
                                                <p:cond delay="0"/>
                                              </p:stCondLst>
                                            </p:cTn>
                                            <p:tgtEl>
                                              <p:spTgt spid="4"/>
                                            </p:tgtEl>
                                            <p:attrNameLst>
                                              <p:attrName>style.visibility</p:attrName>
                                            </p:attrNameLst>
                                          </p:cBhvr>
                                          <p:to>
                                            <p:strVal val="visible"/>
                                          </p:to>
                                        </p:set>
                                        <p:anim calcmode="lin" valueType="num">
                                          <p:cBhvr additive="base">
                                            <p:cTn id="25" dur="2000" fill="hold"/>
                                            <p:tgtEl>
                                              <p:spTgt spid="4"/>
                                            </p:tgtEl>
                                            <p:attrNameLst>
                                              <p:attrName>ppt_x</p:attrName>
                                            </p:attrNameLst>
                                          </p:cBhvr>
                                          <p:tavLst>
                                            <p:tav tm="0">
                                              <p:val>
                                                <p:strVal val="#ppt_x"/>
                                              </p:val>
                                            </p:tav>
                                            <p:tav tm="100000">
                                              <p:val>
                                                <p:strVal val="#ppt_x"/>
                                              </p:val>
                                            </p:tav>
                                          </p:tavLst>
                                        </p:anim>
                                        <p:anim calcmode="lin" valueType="num">
                                          <p:cBhvr additive="base">
                                            <p:cTn id="26" dur="2000" fill="hold"/>
                                            <p:tgtEl>
                                              <p:spTgt spid="4"/>
                                            </p:tgtEl>
                                            <p:attrNameLst>
                                              <p:attrName>ppt_y</p:attrName>
                                            </p:attrNameLst>
                                          </p:cBhvr>
                                          <p:tavLst>
                                            <p:tav tm="0">
                                              <p:val>
                                                <p:strVal val="1+#ppt_h/2"/>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9" presetID="2" presetClass="entr" presetSubtype="4" fill="hold" nodeType="clickEffect">
                                      <p:stCondLst>
                                        <p:cond delay="0"/>
                                      </p:stCondLst>
                                      <p:childTnLst>
                                        <p:set>
                                          <p:cBhvr>
                                            <p:cTn id="30" dur="1" fill="hold">
                                              <p:stCondLst>
                                                <p:cond delay="0"/>
                                              </p:stCondLst>
                                            </p:cTn>
                                            <p:tgtEl>
                                              <p:spTgt spid="7"/>
                                            </p:tgtEl>
                                            <p:attrNameLst>
                                              <p:attrName>style.visibility</p:attrName>
                                            </p:attrNameLst>
                                          </p:cBhvr>
                                          <p:to>
                                            <p:strVal val="visible"/>
                                          </p:to>
                                        </p:set>
                                        <p:anim calcmode="lin" valueType="num">
                                          <p:cBhvr additive="base">
                                            <p:cTn id="31" dur="2000" fill="hold"/>
                                            <p:tgtEl>
                                              <p:spTgt spid="7"/>
                                            </p:tgtEl>
                                            <p:attrNameLst>
                                              <p:attrName>ppt_x</p:attrName>
                                            </p:attrNameLst>
                                          </p:cBhvr>
                                          <p:tavLst>
                                            <p:tav tm="0">
                                              <p:val>
                                                <p:strVal val="#ppt_x"/>
                                              </p:val>
                                            </p:tav>
                                            <p:tav tm="100000">
                                              <p:val>
                                                <p:strVal val="#ppt_x"/>
                                              </p:val>
                                            </p:tav>
                                          </p:tavLst>
                                        </p:anim>
                                        <p:anim calcmode="lin" valueType="num">
                                          <p:cBhvr additive="base">
                                            <p:cTn id="32" dur="2000" fill="hold"/>
                                            <p:tgtEl>
                                              <p:spTgt spid="7"/>
                                            </p:tgtEl>
                                            <p:attrNameLst>
                                              <p:attrName>ppt_y</p:attrName>
                                            </p:attrNameLst>
                                          </p:cBhvr>
                                          <p:tavLst>
                                            <p:tav tm="0">
                                              <p:val>
                                                <p:strVal val="1+#ppt_h/2"/>
                                              </p:val>
                                            </p:tav>
                                            <p:tav tm="100000">
                                              <p:val>
                                                <p:strVal val="#ppt_y"/>
                                              </p:val>
                                            </p:tav>
                                          </p:tavLst>
                                        </p:anim>
                                      </p:childTnLst>
                                    </p:cTn>
                                  </p:par>
                                </p:childTnLst>
                              </p:cTn>
                            </p:par>
                          </p:childTnLst>
                        </p:cTn>
                      </p:par>
                      <p:par>
                        <p:cTn id="33" fill="hold">
                          <p:stCondLst>
                            <p:cond delay="indefinite"/>
                          </p:stCondLst>
                          <p:childTnLst>
                            <p:par>
                              <p:cTn id="34" fill="hold">
                                <p:stCondLst>
                                  <p:cond delay="0"/>
                                </p:stCondLst>
                                <p:childTnLst>
                                  <p:par>
                                    <p:cTn id="35" presetID="2" presetClass="entr" presetSubtype="4" fill="hold" nodeType="clickEffect">
                                      <p:stCondLst>
                                        <p:cond delay="0"/>
                                      </p:stCondLst>
                                      <p:childTnLst>
                                        <p:set>
                                          <p:cBhvr>
                                            <p:cTn id="36" dur="1" fill="hold">
                                              <p:stCondLst>
                                                <p:cond delay="0"/>
                                              </p:stCondLst>
                                            </p:cTn>
                                            <p:tgtEl>
                                              <p:spTgt spid="8"/>
                                            </p:tgtEl>
                                            <p:attrNameLst>
                                              <p:attrName>style.visibility</p:attrName>
                                            </p:attrNameLst>
                                          </p:cBhvr>
                                          <p:to>
                                            <p:strVal val="visible"/>
                                          </p:to>
                                        </p:set>
                                        <p:anim calcmode="lin" valueType="num">
                                          <p:cBhvr additive="base">
                                            <p:cTn id="37" dur="2000" fill="hold"/>
                                            <p:tgtEl>
                                              <p:spTgt spid="8"/>
                                            </p:tgtEl>
                                            <p:attrNameLst>
                                              <p:attrName>ppt_x</p:attrName>
                                            </p:attrNameLst>
                                          </p:cBhvr>
                                          <p:tavLst>
                                            <p:tav tm="0">
                                              <p:val>
                                                <p:strVal val="#ppt_x"/>
                                              </p:val>
                                            </p:tav>
                                            <p:tav tm="100000">
                                              <p:val>
                                                <p:strVal val="#ppt_x"/>
                                              </p:val>
                                            </p:tav>
                                          </p:tavLst>
                                        </p:anim>
                                        <p:anim calcmode="lin" valueType="num">
                                          <p:cBhvr additive="base">
                                            <p:cTn id="38" dur="2000" fill="hold"/>
                                            <p:tgtEl>
                                              <p:spTgt spid="8"/>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6" grpId="0" animBg="1"/>
          <p:bldP spid="64" grpId="0"/>
          <p:bldP spid="71" grpId="0"/>
        </p:bldLst>
      </p:timing>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8" name="Rectangle 77"/>
          <p:cNvSpPr/>
          <p:nvPr/>
        </p:nvSpPr>
        <p:spPr>
          <a:xfrm>
            <a:off x="0" y="0"/>
            <a:ext cx="12200626" cy="6858000"/>
          </a:xfrm>
          <a:prstGeom prst="rect">
            <a:avLst/>
          </a:prstGeom>
        </p:spPr>
        <p:style>
          <a:lnRef idx="0">
            <a:schemeClr val="dk1"/>
          </a:lnRef>
          <a:fillRef idx="3">
            <a:schemeClr val="dk1"/>
          </a:fillRef>
          <a:effectRef idx="3">
            <a:schemeClr val="dk1"/>
          </a:effectRef>
          <a:fontRef idx="minor">
            <a:schemeClr val="lt1"/>
          </a:fontRef>
        </p:style>
        <p:txBody>
          <a:bodyPr rtlCol="0" anchor="ctr"/>
          <a:lstStyle/>
          <a:p>
            <a:pPr algn="ctr"/>
            <a:endParaRPr lang="en-US"/>
          </a:p>
        </p:txBody>
      </p:sp>
      <p:sp>
        <p:nvSpPr>
          <p:cNvPr id="37" name="Freeform 36"/>
          <p:cNvSpPr/>
          <p:nvPr/>
        </p:nvSpPr>
        <p:spPr>
          <a:xfrm>
            <a:off x="5754451" y="6036047"/>
            <a:ext cx="152362" cy="7693"/>
          </a:xfrm>
          <a:custGeom>
            <a:avLst/>
            <a:gdLst>
              <a:gd name="connsiteX0" fmla="*/ 0 w 152362"/>
              <a:gd name="connsiteY0" fmla="*/ 0 h 7693"/>
              <a:gd name="connsiteX1" fmla="*/ 41554 w 152362"/>
              <a:gd name="connsiteY1" fmla="*/ 2098 h 7693"/>
              <a:gd name="connsiteX2" fmla="*/ 41557 w 152362"/>
              <a:gd name="connsiteY2" fmla="*/ 2098 h 7693"/>
              <a:gd name="connsiteX3" fmla="*/ 152362 w 152362"/>
              <a:gd name="connsiteY3" fmla="*/ 7693 h 7693"/>
              <a:gd name="connsiteX4" fmla="*/ 5 w 152362"/>
              <a:gd name="connsiteY4" fmla="*/ 0 h 7693"/>
              <a:gd name="connsiteX5" fmla="*/ 0 w 152362"/>
              <a:gd name="connsiteY5" fmla="*/ 0 h 76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52362" h="7693">
                <a:moveTo>
                  <a:pt x="0" y="0"/>
                </a:moveTo>
                <a:lnTo>
                  <a:pt x="41554" y="2098"/>
                </a:lnTo>
                <a:lnTo>
                  <a:pt x="41557" y="2098"/>
                </a:lnTo>
                <a:cubicBezTo>
                  <a:pt x="77988" y="5798"/>
                  <a:pt x="114954" y="7693"/>
                  <a:pt x="152362" y="7693"/>
                </a:cubicBezTo>
                <a:cubicBezTo>
                  <a:pt x="100926" y="7693"/>
                  <a:pt x="50098" y="5087"/>
                  <a:pt x="5" y="0"/>
                </a:cubicBezTo>
                <a:lnTo>
                  <a:pt x="0" y="0"/>
                </a:lnTo>
                <a:close/>
              </a:path>
            </a:pathLst>
          </a:cu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 name="Freeform 35"/>
          <p:cNvSpPr/>
          <p:nvPr/>
        </p:nvSpPr>
        <p:spPr>
          <a:xfrm>
            <a:off x="5796005" y="6038145"/>
            <a:ext cx="110809" cy="5595"/>
          </a:xfrm>
          <a:custGeom>
            <a:avLst/>
            <a:gdLst>
              <a:gd name="connsiteX0" fmla="*/ 0 w 110809"/>
              <a:gd name="connsiteY0" fmla="*/ 0 h 5595"/>
              <a:gd name="connsiteX1" fmla="*/ 110809 w 110809"/>
              <a:gd name="connsiteY1" fmla="*/ 5595 h 5595"/>
              <a:gd name="connsiteX2" fmla="*/ 1 w 110809"/>
              <a:gd name="connsiteY2" fmla="*/ 0 h 5595"/>
              <a:gd name="connsiteX3" fmla="*/ 0 w 110809"/>
              <a:gd name="connsiteY3" fmla="*/ 0 h 5595"/>
            </a:gdLst>
            <a:ahLst/>
            <a:cxnLst>
              <a:cxn ang="0">
                <a:pos x="connsiteX0" y="connsiteY0"/>
              </a:cxn>
              <a:cxn ang="0">
                <a:pos x="connsiteX1" y="connsiteY1"/>
              </a:cxn>
              <a:cxn ang="0">
                <a:pos x="connsiteX2" y="connsiteY2"/>
              </a:cxn>
              <a:cxn ang="0">
                <a:pos x="connsiteX3" y="connsiteY3"/>
              </a:cxn>
            </a:cxnLst>
            <a:rect l="l" t="t" r="r" b="b"/>
            <a:pathLst>
              <a:path w="110809" h="5595">
                <a:moveTo>
                  <a:pt x="0" y="0"/>
                </a:moveTo>
                <a:lnTo>
                  <a:pt x="110809" y="5595"/>
                </a:lnTo>
                <a:lnTo>
                  <a:pt x="1" y="0"/>
                </a:lnTo>
                <a:lnTo>
                  <a:pt x="0" y="0"/>
                </a:lnTo>
                <a:close/>
              </a:path>
            </a:pathLst>
          </a:cu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Freeform 26"/>
          <p:cNvSpPr/>
          <p:nvPr/>
        </p:nvSpPr>
        <p:spPr>
          <a:xfrm>
            <a:off x="5754449" y="6036046"/>
            <a:ext cx="41556" cy="2099"/>
          </a:xfrm>
          <a:custGeom>
            <a:avLst/>
            <a:gdLst>
              <a:gd name="connsiteX0" fmla="*/ 0 w 41556"/>
              <a:gd name="connsiteY0" fmla="*/ 0 h 2099"/>
              <a:gd name="connsiteX1" fmla="*/ 41555 w 41556"/>
              <a:gd name="connsiteY1" fmla="*/ 2099 h 2099"/>
              <a:gd name="connsiteX2" fmla="*/ 41556 w 41556"/>
              <a:gd name="connsiteY2" fmla="*/ 2099 h 2099"/>
              <a:gd name="connsiteX3" fmla="*/ 2 w 41556"/>
              <a:gd name="connsiteY3" fmla="*/ 1 h 2099"/>
              <a:gd name="connsiteX4" fmla="*/ 0 w 41556"/>
              <a:gd name="connsiteY4" fmla="*/ 0 h 2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1556" h="2099">
                <a:moveTo>
                  <a:pt x="0" y="0"/>
                </a:moveTo>
                <a:lnTo>
                  <a:pt x="41555" y="2099"/>
                </a:lnTo>
                <a:lnTo>
                  <a:pt x="41556" y="2099"/>
                </a:lnTo>
                <a:lnTo>
                  <a:pt x="2" y="1"/>
                </a:lnTo>
                <a:lnTo>
                  <a:pt x="0" y="0"/>
                </a:lnTo>
                <a:close/>
              </a:path>
            </a:pathLst>
          </a:cu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0" name="Freeform 69"/>
          <p:cNvSpPr/>
          <p:nvPr/>
        </p:nvSpPr>
        <p:spPr>
          <a:xfrm>
            <a:off x="5754451" y="6036046"/>
            <a:ext cx="152362" cy="7693"/>
          </a:xfrm>
          <a:custGeom>
            <a:avLst/>
            <a:gdLst>
              <a:gd name="connsiteX0" fmla="*/ 0 w 152362"/>
              <a:gd name="connsiteY0" fmla="*/ 0 h 7693"/>
              <a:gd name="connsiteX1" fmla="*/ 41555 w 152362"/>
              <a:gd name="connsiteY1" fmla="*/ 2098 h 7693"/>
              <a:gd name="connsiteX2" fmla="*/ 41557 w 152362"/>
              <a:gd name="connsiteY2" fmla="*/ 2098 h 7693"/>
              <a:gd name="connsiteX3" fmla="*/ 152362 w 152362"/>
              <a:gd name="connsiteY3" fmla="*/ 7693 h 7693"/>
              <a:gd name="connsiteX4" fmla="*/ 5 w 152362"/>
              <a:gd name="connsiteY4" fmla="*/ 0 h 7693"/>
              <a:gd name="connsiteX5" fmla="*/ 0 w 152362"/>
              <a:gd name="connsiteY5" fmla="*/ 0 h 76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52362" h="7693">
                <a:moveTo>
                  <a:pt x="0" y="0"/>
                </a:moveTo>
                <a:lnTo>
                  <a:pt x="41555" y="2098"/>
                </a:lnTo>
                <a:lnTo>
                  <a:pt x="41557" y="2098"/>
                </a:lnTo>
                <a:cubicBezTo>
                  <a:pt x="77989" y="5798"/>
                  <a:pt x="114954" y="7693"/>
                  <a:pt x="152362" y="7693"/>
                </a:cubicBezTo>
                <a:cubicBezTo>
                  <a:pt x="100926" y="7693"/>
                  <a:pt x="50099" y="5087"/>
                  <a:pt x="5" y="0"/>
                </a:cubicBezTo>
                <a:lnTo>
                  <a:pt x="0" y="0"/>
                </a:lnTo>
                <a:close/>
              </a:path>
            </a:pathLst>
          </a:custGeom>
          <a:scene3d>
            <a:camera prst="orthographicFront">
              <a:rot lat="0" lon="0" rev="0"/>
            </a:camera>
            <a:lightRig rig="contrasting" dir="t">
              <a:rot lat="0" lon="0" rev="1200000"/>
            </a:lightRig>
          </a:scene3d>
          <a:sp3d contourW="19050" prstMaterial="metal">
            <a:bevelT w="88900" h="203200"/>
            <a:bevelB w="165100" h="254000"/>
          </a:sp3d>
        </p:spPr>
        <p:style>
          <a:lnRef idx="0">
            <a:schemeClr val="lt1">
              <a:hueOff val="0"/>
              <a:satOff val="0"/>
              <a:lumOff val="0"/>
              <a:alphaOff val="0"/>
            </a:schemeClr>
          </a:lnRef>
          <a:fillRef idx="1">
            <a:schemeClr val="accent1">
              <a:hueOff val="0"/>
              <a:satOff val="0"/>
              <a:lumOff val="0"/>
              <a:alphaOff val="0"/>
            </a:schemeClr>
          </a:fillRef>
          <a:effectRef idx="2">
            <a:schemeClr val="accent1">
              <a:hueOff val="0"/>
              <a:satOff val="0"/>
              <a:lumOff val="0"/>
              <a:alphaOff val="0"/>
            </a:schemeClr>
          </a:effectRef>
          <a:fontRef idx="minor">
            <a:schemeClr val="lt1"/>
          </a:fontRef>
        </p:style>
        <p:txBody>
          <a:bodyPr spcFirstLastPara="0" vert="horz" wrap="square" lIns="1828461" tIns="406061" rIns="1828462" bIns="4740996" numCol="1" spcCol="1270" anchor="ctr" anchorCtr="0">
            <a:noAutofit/>
          </a:bodyPr>
          <a:lstStyle/>
          <a:p>
            <a:pPr lvl="0" algn="ctr" defTabSz="844550">
              <a:lnSpc>
                <a:spcPct val="90000"/>
              </a:lnSpc>
              <a:spcBef>
                <a:spcPct val="0"/>
              </a:spcBef>
              <a:spcAft>
                <a:spcPct val="35000"/>
              </a:spcAft>
            </a:pPr>
            <a:endParaRPr lang="en-US" sz="1900" kern="1200" dirty="0"/>
          </a:p>
        </p:txBody>
      </p:sp>
      <p:sp>
        <p:nvSpPr>
          <p:cNvPr id="69" name="Freeform 68"/>
          <p:cNvSpPr/>
          <p:nvPr/>
        </p:nvSpPr>
        <p:spPr>
          <a:xfrm>
            <a:off x="5796004" y="6038144"/>
            <a:ext cx="110809" cy="5595"/>
          </a:xfrm>
          <a:custGeom>
            <a:avLst/>
            <a:gdLst>
              <a:gd name="connsiteX0" fmla="*/ 0 w 110809"/>
              <a:gd name="connsiteY0" fmla="*/ 0 h 5595"/>
              <a:gd name="connsiteX1" fmla="*/ 110809 w 110809"/>
              <a:gd name="connsiteY1" fmla="*/ 5595 h 5595"/>
              <a:gd name="connsiteX2" fmla="*/ 2 w 110809"/>
              <a:gd name="connsiteY2" fmla="*/ 0 h 5595"/>
              <a:gd name="connsiteX3" fmla="*/ 0 w 110809"/>
              <a:gd name="connsiteY3" fmla="*/ 0 h 5595"/>
            </a:gdLst>
            <a:ahLst/>
            <a:cxnLst>
              <a:cxn ang="0">
                <a:pos x="connsiteX0" y="connsiteY0"/>
              </a:cxn>
              <a:cxn ang="0">
                <a:pos x="connsiteX1" y="connsiteY1"/>
              </a:cxn>
              <a:cxn ang="0">
                <a:pos x="connsiteX2" y="connsiteY2"/>
              </a:cxn>
              <a:cxn ang="0">
                <a:pos x="connsiteX3" y="connsiteY3"/>
              </a:cxn>
            </a:cxnLst>
            <a:rect l="l" t="t" r="r" b="b"/>
            <a:pathLst>
              <a:path w="110809" h="5595">
                <a:moveTo>
                  <a:pt x="0" y="0"/>
                </a:moveTo>
                <a:lnTo>
                  <a:pt x="110809" y="5595"/>
                </a:lnTo>
                <a:lnTo>
                  <a:pt x="2" y="0"/>
                </a:lnTo>
                <a:lnTo>
                  <a:pt x="0" y="0"/>
                </a:lnTo>
                <a:close/>
              </a:path>
            </a:pathLst>
          </a:custGeom>
          <a:scene3d>
            <a:camera prst="orthographicFront">
              <a:rot lat="0" lon="0" rev="0"/>
            </a:camera>
            <a:lightRig rig="contrasting" dir="t">
              <a:rot lat="0" lon="0" rev="1200000"/>
            </a:lightRig>
          </a:scene3d>
          <a:sp3d contourW="19050" prstMaterial="metal">
            <a:bevelT w="88900" h="203200"/>
            <a:bevelB w="165100" h="254000"/>
          </a:sp3d>
        </p:spPr>
        <p:style>
          <a:lnRef idx="0">
            <a:schemeClr val="lt1">
              <a:hueOff val="0"/>
              <a:satOff val="0"/>
              <a:lumOff val="0"/>
              <a:alphaOff val="0"/>
            </a:schemeClr>
          </a:lnRef>
          <a:fillRef idx="1">
            <a:schemeClr val="accent1">
              <a:hueOff val="0"/>
              <a:satOff val="0"/>
              <a:lumOff val="0"/>
              <a:alphaOff val="0"/>
            </a:schemeClr>
          </a:fillRef>
          <a:effectRef idx="2">
            <a:schemeClr val="accent1">
              <a:hueOff val="0"/>
              <a:satOff val="0"/>
              <a:lumOff val="0"/>
              <a:alphaOff val="0"/>
            </a:schemeClr>
          </a:effectRef>
          <a:fontRef idx="minor">
            <a:schemeClr val="lt1"/>
          </a:fontRef>
        </p:style>
        <p:txBody>
          <a:bodyPr spcFirstLastPara="0" vert="horz" wrap="square" lIns="1828461" tIns="406061" rIns="1828462" bIns="4740996" numCol="1" spcCol="1270" anchor="ctr" anchorCtr="0">
            <a:noAutofit/>
          </a:bodyPr>
          <a:lstStyle/>
          <a:p>
            <a:pPr lvl="0" algn="ctr" defTabSz="844550">
              <a:lnSpc>
                <a:spcPct val="90000"/>
              </a:lnSpc>
              <a:spcBef>
                <a:spcPct val="0"/>
              </a:spcBef>
              <a:spcAft>
                <a:spcPct val="35000"/>
              </a:spcAft>
            </a:pPr>
            <a:endParaRPr lang="en-US" sz="1900" kern="1200" dirty="0"/>
          </a:p>
        </p:txBody>
      </p:sp>
      <p:sp>
        <p:nvSpPr>
          <p:cNvPr id="68" name="Freeform 67"/>
          <p:cNvSpPr/>
          <p:nvPr/>
        </p:nvSpPr>
        <p:spPr>
          <a:xfrm>
            <a:off x="5906813" y="6038144"/>
            <a:ext cx="110808" cy="5595"/>
          </a:xfrm>
          <a:custGeom>
            <a:avLst/>
            <a:gdLst>
              <a:gd name="connsiteX0" fmla="*/ 110808 w 110808"/>
              <a:gd name="connsiteY0" fmla="*/ 0 h 5595"/>
              <a:gd name="connsiteX1" fmla="*/ 110805 w 110808"/>
              <a:gd name="connsiteY1" fmla="*/ 0 h 5595"/>
              <a:gd name="connsiteX2" fmla="*/ 0 w 110808"/>
              <a:gd name="connsiteY2" fmla="*/ 5595 h 5595"/>
              <a:gd name="connsiteX3" fmla="*/ 110808 w 110808"/>
              <a:gd name="connsiteY3" fmla="*/ 0 h 5595"/>
            </a:gdLst>
            <a:ahLst/>
            <a:cxnLst>
              <a:cxn ang="0">
                <a:pos x="connsiteX0" y="connsiteY0"/>
              </a:cxn>
              <a:cxn ang="0">
                <a:pos x="connsiteX1" y="connsiteY1"/>
              </a:cxn>
              <a:cxn ang="0">
                <a:pos x="connsiteX2" y="connsiteY2"/>
              </a:cxn>
              <a:cxn ang="0">
                <a:pos x="connsiteX3" y="connsiteY3"/>
              </a:cxn>
            </a:cxnLst>
            <a:rect l="l" t="t" r="r" b="b"/>
            <a:pathLst>
              <a:path w="110808" h="5595">
                <a:moveTo>
                  <a:pt x="110808" y="0"/>
                </a:moveTo>
                <a:lnTo>
                  <a:pt x="110805" y="0"/>
                </a:lnTo>
                <a:cubicBezTo>
                  <a:pt x="74374" y="3700"/>
                  <a:pt x="37408" y="5595"/>
                  <a:pt x="0" y="5595"/>
                </a:cubicBezTo>
                <a:lnTo>
                  <a:pt x="110808" y="0"/>
                </a:lnTo>
                <a:close/>
              </a:path>
            </a:pathLst>
          </a:custGeom>
          <a:scene3d>
            <a:camera prst="orthographicFront">
              <a:rot lat="0" lon="0" rev="0"/>
            </a:camera>
            <a:lightRig rig="contrasting" dir="t">
              <a:rot lat="0" lon="0" rev="1200000"/>
            </a:lightRig>
          </a:scene3d>
          <a:sp3d contourW="19050" prstMaterial="metal">
            <a:bevelT w="88900" h="203200"/>
            <a:bevelB w="165100" h="254000"/>
          </a:sp3d>
        </p:spPr>
        <p:style>
          <a:lnRef idx="0">
            <a:schemeClr val="lt1">
              <a:hueOff val="0"/>
              <a:satOff val="0"/>
              <a:lumOff val="0"/>
              <a:alphaOff val="0"/>
            </a:schemeClr>
          </a:lnRef>
          <a:fillRef idx="1">
            <a:schemeClr val="accent1">
              <a:hueOff val="0"/>
              <a:satOff val="0"/>
              <a:lumOff val="0"/>
              <a:alphaOff val="0"/>
            </a:schemeClr>
          </a:fillRef>
          <a:effectRef idx="2">
            <a:schemeClr val="accent1">
              <a:hueOff val="0"/>
              <a:satOff val="0"/>
              <a:lumOff val="0"/>
              <a:alphaOff val="0"/>
            </a:schemeClr>
          </a:effectRef>
          <a:fontRef idx="minor">
            <a:schemeClr val="lt1"/>
          </a:fontRef>
        </p:style>
        <p:txBody>
          <a:bodyPr spcFirstLastPara="0" vert="horz" wrap="square" lIns="1828461" tIns="406061" rIns="1828462" bIns="4740996" numCol="1" spcCol="1270" anchor="ctr" anchorCtr="0">
            <a:noAutofit/>
          </a:bodyPr>
          <a:lstStyle/>
          <a:p>
            <a:pPr lvl="0" algn="ctr" defTabSz="844550">
              <a:lnSpc>
                <a:spcPct val="90000"/>
              </a:lnSpc>
              <a:spcBef>
                <a:spcPct val="0"/>
              </a:spcBef>
              <a:spcAft>
                <a:spcPct val="35000"/>
              </a:spcAft>
            </a:pPr>
            <a:endParaRPr lang="en-US" sz="1900" kern="1200" dirty="0"/>
          </a:p>
        </p:txBody>
      </p:sp>
      <p:sp>
        <p:nvSpPr>
          <p:cNvPr id="66" name="Freeform 65"/>
          <p:cNvSpPr/>
          <p:nvPr/>
        </p:nvSpPr>
        <p:spPr>
          <a:xfrm>
            <a:off x="393989" y="617377"/>
            <a:ext cx="2709333" cy="5418668"/>
          </a:xfrm>
          <a:custGeom>
            <a:avLst/>
            <a:gdLst>
              <a:gd name="connsiteX0" fmla="*/ 2709333 w 2709333"/>
              <a:gd name="connsiteY0" fmla="*/ 0 h 5418668"/>
              <a:gd name="connsiteX1" fmla="*/ 2709333 w 2709333"/>
              <a:gd name="connsiteY1" fmla="*/ 812800 h 5418668"/>
              <a:gd name="connsiteX2" fmla="*/ 406400 w 2709333"/>
              <a:gd name="connsiteY2" fmla="*/ 3115733 h 5418668"/>
              <a:gd name="connsiteX3" fmla="*/ 2473871 w 2709333"/>
              <a:gd name="connsiteY3" fmla="*/ 5406776 h 5418668"/>
              <a:gd name="connsiteX4" fmla="*/ 2556971 w 2709333"/>
              <a:gd name="connsiteY4" fmla="*/ 5410973 h 5418668"/>
              <a:gd name="connsiteX5" fmla="*/ 2556976 w 2709333"/>
              <a:gd name="connsiteY5" fmla="*/ 5410973 h 5418668"/>
              <a:gd name="connsiteX6" fmla="*/ 2709333 w 2709333"/>
              <a:gd name="connsiteY6" fmla="*/ 5418666 h 5418668"/>
              <a:gd name="connsiteX7" fmla="*/ 2709333 w 2709333"/>
              <a:gd name="connsiteY7" fmla="*/ 5418668 h 5418668"/>
              <a:gd name="connsiteX8" fmla="*/ 2432320 w 2709333"/>
              <a:gd name="connsiteY8" fmla="*/ 5404680 h 5418668"/>
              <a:gd name="connsiteX9" fmla="*/ 0 w 2709333"/>
              <a:gd name="connsiteY9" fmla="*/ 2709334 h 5418668"/>
              <a:gd name="connsiteX10" fmla="*/ 2432320 w 2709333"/>
              <a:gd name="connsiteY10" fmla="*/ 13988 h 5418668"/>
              <a:gd name="connsiteX11" fmla="*/ 2709333 w 2709333"/>
              <a:gd name="connsiteY11" fmla="*/ 0 h 541866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2709333" h="5418668">
                <a:moveTo>
                  <a:pt x="2709333" y="0"/>
                </a:moveTo>
                <a:lnTo>
                  <a:pt x="2709333" y="812800"/>
                </a:lnTo>
                <a:cubicBezTo>
                  <a:pt x="1437458" y="812800"/>
                  <a:pt x="406400" y="1843858"/>
                  <a:pt x="406400" y="3115733"/>
                </a:cubicBezTo>
                <a:cubicBezTo>
                  <a:pt x="406400" y="4308116"/>
                  <a:pt x="1312604" y="5288843"/>
                  <a:pt x="2473871" y="5406776"/>
                </a:cubicBezTo>
                <a:lnTo>
                  <a:pt x="2556971" y="5410973"/>
                </a:lnTo>
                <a:lnTo>
                  <a:pt x="2556976" y="5410973"/>
                </a:lnTo>
                <a:cubicBezTo>
                  <a:pt x="2607070" y="5416060"/>
                  <a:pt x="2657897" y="5418666"/>
                  <a:pt x="2709333" y="5418666"/>
                </a:cubicBezTo>
                <a:lnTo>
                  <a:pt x="2709333" y="5418668"/>
                </a:lnTo>
                <a:lnTo>
                  <a:pt x="2432320" y="5404680"/>
                </a:lnTo>
                <a:cubicBezTo>
                  <a:pt x="1066122" y="5265935"/>
                  <a:pt x="0" y="4112138"/>
                  <a:pt x="0" y="2709334"/>
                </a:cubicBezTo>
                <a:cubicBezTo>
                  <a:pt x="0" y="1306530"/>
                  <a:pt x="1066122" y="152733"/>
                  <a:pt x="2432320" y="13988"/>
                </a:cubicBezTo>
                <a:lnTo>
                  <a:pt x="2709333" y="0"/>
                </a:lnTo>
                <a:close/>
              </a:path>
            </a:pathLst>
          </a:custGeom>
          <a:solidFill>
            <a:schemeClr val="accent1">
              <a:lumMod val="50000"/>
            </a:schemeClr>
          </a:solidFill>
          <a:scene3d>
            <a:camera prst="orthographicFront">
              <a:rot lat="0" lon="0" rev="0"/>
            </a:camera>
            <a:lightRig rig="contrasting" dir="t">
              <a:rot lat="0" lon="0" rev="1200000"/>
            </a:lightRig>
          </a:scene3d>
          <a:sp3d contourW="19050" prstMaterial="metal">
            <a:bevelT w="88900" h="203200"/>
            <a:bevelB w="165100" h="254000"/>
          </a:sp3d>
        </p:spPr>
        <p:style>
          <a:lnRef idx="0">
            <a:schemeClr val="lt1">
              <a:hueOff val="0"/>
              <a:satOff val="0"/>
              <a:lumOff val="0"/>
              <a:alphaOff val="0"/>
            </a:schemeClr>
          </a:lnRef>
          <a:fillRef idx="1">
            <a:schemeClr val="accent1">
              <a:hueOff val="0"/>
              <a:satOff val="0"/>
              <a:lumOff val="0"/>
              <a:alphaOff val="0"/>
            </a:schemeClr>
          </a:fillRef>
          <a:effectRef idx="2">
            <a:schemeClr val="accent1">
              <a:hueOff val="0"/>
              <a:satOff val="0"/>
              <a:lumOff val="0"/>
              <a:alphaOff val="0"/>
            </a:schemeClr>
          </a:effectRef>
          <a:fontRef idx="minor">
            <a:schemeClr val="lt1"/>
          </a:fontRef>
        </p:style>
        <p:txBody>
          <a:bodyPr spcFirstLastPara="0" vert="horz" wrap="square" lIns="1828461" tIns="406061" rIns="1828462" bIns="4740996" numCol="1" spcCol="1270" anchor="ctr" anchorCtr="0">
            <a:noAutofit/>
          </a:bodyPr>
          <a:lstStyle/>
          <a:p>
            <a:pPr lvl="0" algn="ctr" defTabSz="844550">
              <a:lnSpc>
                <a:spcPct val="90000"/>
              </a:lnSpc>
              <a:spcBef>
                <a:spcPct val="0"/>
              </a:spcBef>
              <a:spcAft>
                <a:spcPct val="35000"/>
              </a:spcAft>
            </a:pPr>
            <a:endParaRPr lang="en-US" sz="1900" kern="1200" dirty="0"/>
          </a:p>
        </p:txBody>
      </p:sp>
      <p:sp>
        <p:nvSpPr>
          <p:cNvPr id="60" name="Freeform 59"/>
          <p:cNvSpPr/>
          <p:nvPr/>
        </p:nvSpPr>
        <p:spPr>
          <a:xfrm>
            <a:off x="5754449" y="6036045"/>
            <a:ext cx="41557" cy="2099"/>
          </a:xfrm>
          <a:custGeom>
            <a:avLst/>
            <a:gdLst>
              <a:gd name="connsiteX0" fmla="*/ 0 w 41557"/>
              <a:gd name="connsiteY0" fmla="*/ 0 h 2099"/>
              <a:gd name="connsiteX1" fmla="*/ 41555 w 41557"/>
              <a:gd name="connsiteY1" fmla="*/ 2099 h 2099"/>
              <a:gd name="connsiteX2" fmla="*/ 41557 w 41557"/>
              <a:gd name="connsiteY2" fmla="*/ 2099 h 2099"/>
              <a:gd name="connsiteX3" fmla="*/ 2 w 41557"/>
              <a:gd name="connsiteY3" fmla="*/ 1 h 2099"/>
              <a:gd name="connsiteX4" fmla="*/ 0 w 41557"/>
              <a:gd name="connsiteY4" fmla="*/ 0 h 2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1557" h="2099">
                <a:moveTo>
                  <a:pt x="0" y="0"/>
                </a:moveTo>
                <a:lnTo>
                  <a:pt x="41555" y="2099"/>
                </a:lnTo>
                <a:lnTo>
                  <a:pt x="41557" y="2099"/>
                </a:lnTo>
                <a:lnTo>
                  <a:pt x="2" y="1"/>
                </a:lnTo>
                <a:lnTo>
                  <a:pt x="0" y="0"/>
                </a:lnTo>
                <a:close/>
              </a:path>
            </a:pathLst>
          </a:custGeom>
          <a:scene3d>
            <a:camera prst="orthographicFront">
              <a:rot lat="0" lon="0" rev="0"/>
            </a:camera>
            <a:lightRig rig="contrasting" dir="t">
              <a:rot lat="0" lon="0" rev="1200000"/>
            </a:lightRig>
          </a:scene3d>
          <a:sp3d contourW="19050" prstMaterial="metal">
            <a:bevelT w="88900" h="203200"/>
            <a:bevelB w="165100" h="254000"/>
          </a:sp3d>
        </p:spPr>
        <p:style>
          <a:lnRef idx="0">
            <a:schemeClr val="lt1">
              <a:hueOff val="0"/>
              <a:satOff val="0"/>
              <a:lumOff val="0"/>
              <a:alphaOff val="0"/>
            </a:schemeClr>
          </a:lnRef>
          <a:fillRef idx="1">
            <a:schemeClr val="accent1">
              <a:hueOff val="0"/>
              <a:satOff val="0"/>
              <a:lumOff val="0"/>
              <a:alphaOff val="0"/>
            </a:schemeClr>
          </a:fillRef>
          <a:effectRef idx="2">
            <a:schemeClr val="accent1">
              <a:hueOff val="0"/>
              <a:satOff val="0"/>
              <a:lumOff val="0"/>
              <a:alphaOff val="0"/>
            </a:schemeClr>
          </a:effectRef>
          <a:fontRef idx="minor">
            <a:schemeClr val="lt1"/>
          </a:fontRef>
        </p:style>
        <p:txBody>
          <a:bodyPr spcFirstLastPara="0" vert="horz" wrap="square" lIns="1828461" tIns="406061" rIns="1828462" bIns="4740996" numCol="1" spcCol="1270" anchor="ctr" anchorCtr="0">
            <a:noAutofit/>
          </a:bodyPr>
          <a:lstStyle/>
          <a:p>
            <a:pPr lvl="0" algn="ctr" defTabSz="844550">
              <a:lnSpc>
                <a:spcPct val="90000"/>
              </a:lnSpc>
              <a:spcBef>
                <a:spcPct val="0"/>
              </a:spcBef>
              <a:spcAft>
                <a:spcPct val="35000"/>
              </a:spcAft>
            </a:pPr>
            <a:endParaRPr lang="en-US" sz="1900" kern="1200" dirty="0"/>
          </a:p>
        </p:txBody>
      </p:sp>
      <p:sp>
        <p:nvSpPr>
          <p:cNvPr id="59" name="Freeform 58"/>
          <p:cNvSpPr/>
          <p:nvPr/>
        </p:nvSpPr>
        <p:spPr>
          <a:xfrm>
            <a:off x="5906813" y="6036046"/>
            <a:ext cx="152362" cy="7693"/>
          </a:xfrm>
          <a:custGeom>
            <a:avLst/>
            <a:gdLst>
              <a:gd name="connsiteX0" fmla="*/ 152362 w 152362"/>
              <a:gd name="connsiteY0" fmla="*/ 0 h 7693"/>
              <a:gd name="connsiteX1" fmla="*/ 152357 w 152362"/>
              <a:gd name="connsiteY1" fmla="*/ 0 h 7693"/>
              <a:gd name="connsiteX2" fmla="*/ 0 w 152362"/>
              <a:gd name="connsiteY2" fmla="*/ 7693 h 7693"/>
              <a:gd name="connsiteX3" fmla="*/ 110805 w 152362"/>
              <a:gd name="connsiteY3" fmla="*/ 2098 h 7693"/>
              <a:gd name="connsiteX4" fmla="*/ 110808 w 152362"/>
              <a:gd name="connsiteY4" fmla="*/ 2098 h 7693"/>
              <a:gd name="connsiteX5" fmla="*/ 152362 w 152362"/>
              <a:gd name="connsiteY5" fmla="*/ 0 h 76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52362" h="7693">
                <a:moveTo>
                  <a:pt x="152362" y="0"/>
                </a:moveTo>
                <a:lnTo>
                  <a:pt x="152357" y="0"/>
                </a:lnTo>
                <a:cubicBezTo>
                  <a:pt x="102264" y="5087"/>
                  <a:pt x="51436" y="7693"/>
                  <a:pt x="0" y="7693"/>
                </a:cubicBezTo>
                <a:cubicBezTo>
                  <a:pt x="37408" y="7693"/>
                  <a:pt x="74374" y="5798"/>
                  <a:pt x="110805" y="2098"/>
                </a:cubicBezTo>
                <a:lnTo>
                  <a:pt x="110808" y="2098"/>
                </a:lnTo>
                <a:lnTo>
                  <a:pt x="152362" y="0"/>
                </a:lnTo>
                <a:close/>
              </a:path>
            </a:pathLst>
          </a:custGeom>
          <a:scene3d>
            <a:camera prst="orthographicFront">
              <a:rot lat="0" lon="0" rev="0"/>
            </a:camera>
            <a:lightRig rig="contrasting" dir="t">
              <a:rot lat="0" lon="0" rev="1200000"/>
            </a:lightRig>
          </a:scene3d>
          <a:sp3d contourW="19050" prstMaterial="metal">
            <a:bevelT w="88900" h="203200"/>
            <a:bevelB w="165100" h="254000"/>
          </a:sp3d>
        </p:spPr>
        <p:style>
          <a:lnRef idx="0">
            <a:schemeClr val="lt1">
              <a:hueOff val="0"/>
              <a:satOff val="0"/>
              <a:lumOff val="0"/>
              <a:alphaOff val="0"/>
            </a:schemeClr>
          </a:lnRef>
          <a:fillRef idx="1">
            <a:schemeClr val="accent1">
              <a:hueOff val="0"/>
              <a:satOff val="0"/>
              <a:lumOff val="0"/>
              <a:alphaOff val="0"/>
            </a:schemeClr>
          </a:fillRef>
          <a:effectRef idx="2">
            <a:schemeClr val="accent1">
              <a:hueOff val="0"/>
              <a:satOff val="0"/>
              <a:lumOff val="0"/>
              <a:alphaOff val="0"/>
            </a:schemeClr>
          </a:effectRef>
          <a:fontRef idx="minor">
            <a:schemeClr val="lt1"/>
          </a:fontRef>
        </p:style>
        <p:txBody>
          <a:bodyPr spcFirstLastPara="0" vert="horz" wrap="square" lIns="1828461" tIns="406061" rIns="1828462" bIns="4740996" numCol="1" spcCol="1270" anchor="ctr" anchorCtr="0">
            <a:noAutofit/>
          </a:bodyPr>
          <a:lstStyle/>
          <a:p>
            <a:pPr lvl="0" algn="ctr" defTabSz="844550">
              <a:lnSpc>
                <a:spcPct val="90000"/>
              </a:lnSpc>
              <a:spcBef>
                <a:spcPct val="0"/>
              </a:spcBef>
              <a:spcAft>
                <a:spcPct val="35000"/>
              </a:spcAft>
            </a:pPr>
            <a:endParaRPr lang="en-US" sz="1900" kern="1200" dirty="0"/>
          </a:p>
        </p:txBody>
      </p:sp>
      <p:sp>
        <p:nvSpPr>
          <p:cNvPr id="58" name="Freeform 57"/>
          <p:cNvSpPr/>
          <p:nvPr/>
        </p:nvSpPr>
        <p:spPr>
          <a:xfrm>
            <a:off x="5906813" y="6038144"/>
            <a:ext cx="110809" cy="5595"/>
          </a:xfrm>
          <a:custGeom>
            <a:avLst/>
            <a:gdLst>
              <a:gd name="connsiteX0" fmla="*/ 110809 w 110809"/>
              <a:gd name="connsiteY0" fmla="*/ 0 h 5595"/>
              <a:gd name="connsiteX1" fmla="*/ 110808 w 110809"/>
              <a:gd name="connsiteY1" fmla="*/ 0 h 5595"/>
              <a:gd name="connsiteX2" fmla="*/ 0 w 110809"/>
              <a:gd name="connsiteY2" fmla="*/ 5595 h 5595"/>
              <a:gd name="connsiteX3" fmla="*/ 110809 w 110809"/>
              <a:gd name="connsiteY3" fmla="*/ 0 h 5595"/>
            </a:gdLst>
            <a:ahLst/>
            <a:cxnLst>
              <a:cxn ang="0">
                <a:pos x="connsiteX0" y="connsiteY0"/>
              </a:cxn>
              <a:cxn ang="0">
                <a:pos x="connsiteX1" y="connsiteY1"/>
              </a:cxn>
              <a:cxn ang="0">
                <a:pos x="connsiteX2" y="connsiteY2"/>
              </a:cxn>
              <a:cxn ang="0">
                <a:pos x="connsiteX3" y="connsiteY3"/>
              </a:cxn>
            </a:cxnLst>
            <a:rect l="l" t="t" r="r" b="b"/>
            <a:pathLst>
              <a:path w="110809" h="5595">
                <a:moveTo>
                  <a:pt x="110809" y="0"/>
                </a:moveTo>
                <a:lnTo>
                  <a:pt x="110808" y="0"/>
                </a:lnTo>
                <a:lnTo>
                  <a:pt x="0" y="5595"/>
                </a:lnTo>
                <a:lnTo>
                  <a:pt x="110809" y="0"/>
                </a:lnTo>
                <a:close/>
              </a:path>
            </a:pathLst>
          </a:custGeom>
          <a:scene3d>
            <a:camera prst="orthographicFront">
              <a:rot lat="0" lon="0" rev="0"/>
            </a:camera>
            <a:lightRig rig="contrasting" dir="t">
              <a:rot lat="0" lon="0" rev="1200000"/>
            </a:lightRig>
          </a:scene3d>
          <a:sp3d contourW="19050" prstMaterial="metal">
            <a:bevelT w="88900" h="203200"/>
            <a:bevelB w="165100" h="254000"/>
          </a:sp3d>
        </p:spPr>
        <p:style>
          <a:lnRef idx="0">
            <a:schemeClr val="lt1">
              <a:hueOff val="0"/>
              <a:satOff val="0"/>
              <a:lumOff val="0"/>
              <a:alphaOff val="0"/>
            </a:schemeClr>
          </a:lnRef>
          <a:fillRef idx="1">
            <a:schemeClr val="accent1">
              <a:hueOff val="0"/>
              <a:satOff val="0"/>
              <a:lumOff val="0"/>
              <a:alphaOff val="0"/>
            </a:schemeClr>
          </a:fillRef>
          <a:effectRef idx="2">
            <a:schemeClr val="accent1">
              <a:hueOff val="0"/>
              <a:satOff val="0"/>
              <a:lumOff val="0"/>
              <a:alphaOff val="0"/>
            </a:schemeClr>
          </a:effectRef>
          <a:fontRef idx="minor">
            <a:schemeClr val="lt1"/>
          </a:fontRef>
        </p:style>
        <p:txBody>
          <a:bodyPr spcFirstLastPara="0" vert="horz" wrap="square" lIns="1828461" tIns="406061" rIns="1828462" bIns="4740996" numCol="1" spcCol="1270" anchor="ctr" anchorCtr="0">
            <a:noAutofit/>
          </a:bodyPr>
          <a:lstStyle/>
          <a:p>
            <a:pPr lvl="0" algn="ctr" defTabSz="844550">
              <a:lnSpc>
                <a:spcPct val="90000"/>
              </a:lnSpc>
              <a:spcBef>
                <a:spcPct val="0"/>
              </a:spcBef>
              <a:spcAft>
                <a:spcPct val="35000"/>
              </a:spcAft>
            </a:pPr>
            <a:endParaRPr lang="en-US" sz="1900" kern="1200" dirty="0"/>
          </a:p>
        </p:txBody>
      </p:sp>
      <p:sp>
        <p:nvSpPr>
          <p:cNvPr id="57" name="Freeform 56"/>
          <p:cNvSpPr/>
          <p:nvPr/>
        </p:nvSpPr>
        <p:spPr>
          <a:xfrm>
            <a:off x="5796006" y="6038144"/>
            <a:ext cx="110807" cy="5595"/>
          </a:xfrm>
          <a:custGeom>
            <a:avLst/>
            <a:gdLst>
              <a:gd name="connsiteX0" fmla="*/ 0 w 110807"/>
              <a:gd name="connsiteY0" fmla="*/ 0 h 5595"/>
              <a:gd name="connsiteX1" fmla="*/ 110807 w 110807"/>
              <a:gd name="connsiteY1" fmla="*/ 5595 h 5595"/>
              <a:gd name="connsiteX2" fmla="*/ 2 w 110807"/>
              <a:gd name="connsiteY2" fmla="*/ 0 h 5595"/>
              <a:gd name="connsiteX3" fmla="*/ 0 w 110807"/>
              <a:gd name="connsiteY3" fmla="*/ 0 h 5595"/>
            </a:gdLst>
            <a:ahLst/>
            <a:cxnLst>
              <a:cxn ang="0">
                <a:pos x="connsiteX0" y="connsiteY0"/>
              </a:cxn>
              <a:cxn ang="0">
                <a:pos x="connsiteX1" y="connsiteY1"/>
              </a:cxn>
              <a:cxn ang="0">
                <a:pos x="connsiteX2" y="connsiteY2"/>
              </a:cxn>
              <a:cxn ang="0">
                <a:pos x="connsiteX3" y="connsiteY3"/>
              </a:cxn>
            </a:cxnLst>
            <a:rect l="l" t="t" r="r" b="b"/>
            <a:pathLst>
              <a:path w="110807" h="5595">
                <a:moveTo>
                  <a:pt x="0" y="0"/>
                </a:moveTo>
                <a:lnTo>
                  <a:pt x="110807" y="5595"/>
                </a:lnTo>
                <a:cubicBezTo>
                  <a:pt x="73399" y="5595"/>
                  <a:pt x="36434" y="3700"/>
                  <a:pt x="2" y="0"/>
                </a:cubicBezTo>
                <a:lnTo>
                  <a:pt x="0" y="0"/>
                </a:lnTo>
                <a:close/>
              </a:path>
            </a:pathLst>
          </a:custGeom>
          <a:scene3d>
            <a:camera prst="orthographicFront">
              <a:rot lat="0" lon="0" rev="0"/>
            </a:camera>
            <a:lightRig rig="contrasting" dir="t">
              <a:rot lat="0" lon="0" rev="1200000"/>
            </a:lightRig>
          </a:scene3d>
          <a:sp3d contourW="19050" prstMaterial="metal">
            <a:bevelT w="88900" h="203200"/>
            <a:bevelB w="165100" h="254000"/>
          </a:sp3d>
        </p:spPr>
        <p:style>
          <a:lnRef idx="0">
            <a:schemeClr val="lt1">
              <a:hueOff val="0"/>
              <a:satOff val="0"/>
              <a:lumOff val="0"/>
              <a:alphaOff val="0"/>
            </a:schemeClr>
          </a:lnRef>
          <a:fillRef idx="1">
            <a:schemeClr val="accent1">
              <a:hueOff val="0"/>
              <a:satOff val="0"/>
              <a:lumOff val="0"/>
              <a:alphaOff val="0"/>
            </a:schemeClr>
          </a:fillRef>
          <a:effectRef idx="2">
            <a:schemeClr val="accent1">
              <a:hueOff val="0"/>
              <a:satOff val="0"/>
              <a:lumOff val="0"/>
              <a:alphaOff val="0"/>
            </a:schemeClr>
          </a:effectRef>
          <a:fontRef idx="minor">
            <a:schemeClr val="lt1"/>
          </a:fontRef>
        </p:style>
        <p:txBody>
          <a:bodyPr spcFirstLastPara="0" vert="horz" wrap="square" lIns="1828461" tIns="406061" rIns="1828462" bIns="4740996" numCol="1" spcCol="1270" anchor="ctr" anchorCtr="0">
            <a:noAutofit/>
          </a:bodyPr>
          <a:lstStyle/>
          <a:p>
            <a:pPr lvl="0" algn="ctr" defTabSz="844550">
              <a:lnSpc>
                <a:spcPct val="90000"/>
              </a:lnSpc>
              <a:spcBef>
                <a:spcPct val="0"/>
              </a:spcBef>
              <a:spcAft>
                <a:spcPct val="35000"/>
              </a:spcAft>
            </a:pPr>
            <a:endParaRPr lang="en-US" sz="1900" kern="1200" dirty="0"/>
          </a:p>
        </p:txBody>
      </p:sp>
      <p:sp>
        <p:nvSpPr>
          <p:cNvPr id="80" name="TextBox 79"/>
          <p:cNvSpPr txBox="1"/>
          <p:nvPr/>
        </p:nvSpPr>
        <p:spPr>
          <a:xfrm>
            <a:off x="3083169" y="724749"/>
            <a:ext cx="8947780" cy="584775"/>
          </a:xfrm>
          <a:prstGeom prst="rect">
            <a:avLst/>
          </a:prstGeom>
          <a:noFill/>
        </p:spPr>
        <p:txBody>
          <a:bodyPr wrap="square" rtlCol="0">
            <a:spAutoFit/>
          </a:bodyPr>
          <a:lstStyle/>
          <a:p>
            <a:r>
              <a:rPr lang="en-US" sz="1600" b="1" dirty="0">
                <a:solidFill>
                  <a:schemeClr val="accent1">
                    <a:lumMod val="75000"/>
                  </a:schemeClr>
                </a:solidFill>
                <a:latin typeface="+mj-lt"/>
              </a:rPr>
              <a:t>To provide personalized Ayurvedic recommendations based on a user’s health quiz. The system analyzes individual responses to suggest remedies, yoga asana, and diet tips tailored to each person.</a:t>
            </a:r>
            <a:endParaRPr lang="en-US" sz="1600" b="1" dirty="0">
              <a:solidFill>
                <a:schemeClr val="bg1"/>
              </a:solidFill>
              <a:latin typeface="+mj-lt"/>
            </a:endParaRPr>
          </a:p>
        </p:txBody>
      </p:sp>
      <p:grpSp>
        <p:nvGrpSpPr>
          <p:cNvPr id="3" name="Group 2"/>
          <p:cNvGrpSpPr/>
          <p:nvPr/>
        </p:nvGrpSpPr>
        <p:grpSpPr>
          <a:xfrm>
            <a:off x="800389" y="1430178"/>
            <a:ext cx="10311469" cy="4598173"/>
            <a:chOff x="800389" y="1430178"/>
            <a:chExt cx="10311469" cy="4598173"/>
          </a:xfrm>
        </p:grpSpPr>
        <p:sp>
          <p:nvSpPr>
            <p:cNvPr id="76" name="Freeform 75"/>
            <p:cNvSpPr/>
            <p:nvPr/>
          </p:nvSpPr>
          <p:spPr>
            <a:xfrm>
              <a:off x="800389" y="1430178"/>
              <a:ext cx="2302933" cy="4598173"/>
            </a:xfrm>
            <a:custGeom>
              <a:avLst/>
              <a:gdLst>
                <a:gd name="connsiteX0" fmla="*/ 2302933 w 2302933"/>
                <a:gd name="connsiteY0" fmla="*/ 0 h 4598173"/>
                <a:gd name="connsiteX1" fmla="*/ 2302933 w 2302933"/>
                <a:gd name="connsiteY1" fmla="*/ 812800 h 4598173"/>
                <a:gd name="connsiteX2" fmla="*/ 406400 w 2302933"/>
                <a:gd name="connsiteY2" fmla="*/ 2709333 h 4598173"/>
                <a:gd name="connsiteX3" fmla="*/ 2109024 w 2302933"/>
                <a:gd name="connsiteY3" fmla="*/ 4596074 h 4598173"/>
                <a:gd name="connsiteX4" fmla="*/ 2150569 w 2302933"/>
                <a:gd name="connsiteY4" fmla="*/ 4598172 h 4598173"/>
                <a:gd name="connsiteX5" fmla="*/ 2150571 w 2302933"/>
                <a:gd name="connsiteY5" fmla="*/ 4598173 h 4598173"/>
                <a:gd name="connsiteX6" fmla="*/ 2067471 w 2302933"/>
                <a:gd name="connsiteY6" fmla="*/ 4593976 h 4598173"/>
                <a:gd name="connsiteX7" fmla="*/ 0 w 2302933"/>
                <a:gd name="connsiteY7" fmla="*/ 2302933 h 4598173"/>
                <a:gd name="connsiteX8" fmla="*/ 2302933 w 2302933"/>
                <a:gd name="connsiteY8" fmla="*/ 0 h 459817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302933" h="4598173">
                  <a:moveTo>
                    <a:pt x="2302933" y="0"/>
                  </a:moveTo>
                  <a:lnTo>
                    <a:pt x="2302933" y="812800"/>
                  </a:lnTo>
                  <a:cubicBezTo>
                    <a:pt x="1255507" y="812800"/>
                    <a:pt x="406400" y="1661907"/>
                    <a:pt x="406400" y="2709333"/>
                  </a:cubicBezTo>
                  <a:cubicBezTo>
                    <a:pt x="406400" y="3691295"/>
                    <a:pt x="1152686" y="4498953"/>
                    <a:pt x="2109024" y="4596074"/>
                  </a:cubicBezTo>
                  <a:lnTo>
                    <a:pt x="2150569" y="4598172"/>
                  </a:lnTo>
                  <a:lnTo>
                    <a:pt x="2150571" y="4598173"/>
                  </a:lnTo>
                  <a:lnTo>
                    <a:pt x="2067471" y="4593976"/>
                  </a:lnTo>
                  <a:cubicBezTo>
                    <a:pt x="906204" y="4476043"/>
                    <a:pt x="0" y="3495316"/>
                    <a:pt x="0" y="2302933"/>
                  </a:cubicBezTo>
                  <a:cubicBezTo>
                    <a:pt x="0" y="1031058"/>
                    <a:pt x="1031058" y="0"/>
                    <a:pt x="2302933" y="0"/>
                  </a:cubicBezTo>
                  <a:close/>
                </a:path>
              </a:pathLst>
            </a:custGeom>
            <a:solidFill>
              <a:schemeClr val="accent6">
                <a:lumMod val="50000"/>
              </a:schemeClr>
            </a:solidFill>
            <a:scene3d>
              <a:camera prst="orthographicFront">
                <a:rot lat="0" lon="0" rev="0"/>
              </a:camera>
              <a:lightRig rig="contrasting" dir="t">
                <a:rot lat="0" lon="0" rev="1200000"/>
              </a:lightRig>
            </a:scene3d>
            <a:sp3d contourW="19050" prstMaterial="metal">
              <a:bevelT w="88900" h="203200"/>
              <a:bevelB w="165100" h="254000"/>
            </a:sp3d>
          </p:spPr>
          <p:style>
            <a:lnRef idx="0">
              <a:schemeClr val="lt1">
                <a:hueOff val="0"/>
                <a:satOff val="0"/>
                <a:lumOff val="0"/>
                <a:alphaOff val="0"/>
              </a:schemeClr>
            </a:lnRef>
            <a:fillRef idx="1">
              <a:schemeClr val="accent1">
                <a:hueOff val="0"/>
                <a:satOff val="0"/>
                <a:lumOff val="0"/>
                <a:alphaOff val="0"/>
              </a:schemeClr>
            </a:fillRef>
            <a:effectRef idx="2">
              <a:schemeClr val="accent1">
                <a:hueOff val="0"/>
                <a:satOff val="0"/>
                <a:lumOff val="0"/>
                <a:alphaOff val="0"/>
              </a:schemeClr>
            </a:effectRef>
            <a:fontRef idx="minor">
              <a:schemeClr val="lt1"/>
            </a:fontRef>
          </p:style>
          <p:txBody>
            <a:bodyPr spcFirstLastPara="0" vert="horz" wrap="square" lIns="1828461" tIns="406061" rIns="1828462" bIns="4740996" numCol="1" spcCol="1270" anchor="ctr" anchorCtr="0">
              <a:noAutofit/>
            </a:bodyPr>
            <a:lstStyle/>
            <a:p>
              <a:pPr lvl="0" algn="ctr" defTabSz="844550">
                <a:lnSpc>
                  <a:spcPct val="90000"/>
                </a:lnSpc>
                <a:spcBef>
                  <a:spcPct val="0"/>
                </a:spcBef>
                <a:spcAft>
                  <a:spcPct val="35000"/>
                </a:spcAft>
              </a:pPr>
              <a:endParaRPr lang="en-US" sz="1900" kern="1200" dirty="0"/>
            </a:p>
          </p:txBody>
        </p:sp>
        <p:sp>
          <p:nvSpPr>
            <p:cNvPr id="81" name="TextBox 80"/>
            <p:cNvSpPr txBox="1"/>
            <p:nvPr/>
          </p:nvSpPr>
          <p:spPr>
            <a:xfrm>
              <a:off x="3103322" y="1506771"/>
              <a:ext cx="8008536" cy="584775"/>
            </a:xfrm>
            <a:prstGeom prst="rect">
              <a:avLst/>
            </a:prstGeom>
            <a:noFill/>
          </p:spPr>
          <p:txBody>
            <a:bodyPr wrap="square" rtlCol="0">
              <a:spAutoFit/>
            </a:bodyPr>
            <a:lstStyle/>
            <a:p>
              <a:r>
                <a:rPr lang="en-US" sz="1600" b="1" dirty="0">
                  <a:solidFill>
                    <a:schemeClr val="accent6">
                      <a:lumMod val="75000"/>
                    </a:schemeClr>
                  </a:solidFill>
                  <a:latin typeface="+mj-lt"/>
                </a:rPr>
                <a:t>To promote natural remedies, yoga, and diet for maintaining good health. Users can adopt healthy lifestyle practices without relying on chemical-based medicines or generic advice.</a:t>
              </a:r>
              <a:endParaRPr lang="en-US" b="1" dirty="0"/>
            </a:p>
          </p:txBody>
        </p:sp>
      </p:grpSp>
      <p:grpSp>
        <p:nvGrpSpPr>
          <p:cNvPr id="4" name="Group 3"/>
          <p:cNvGrpSpPr/>
          <p:nvPr/>
        </p:nvGrpSpPr>
        <p:grpSpPr>
          <a:xfrm>
            <a:off x="1206789" y="2242978"/>
            <a:ext cx="9945263" cy="3785372"/>
            <a:chOff x="1206789" y="2242978"/>
            <a:chExt cx="9945263" cy="3785372"/>
          </a:xfrm>
        </p:grpSpPr>
        <p:sp>
          <p:nvSpPr>
            <p:cNvPr id="64" name="Freeform 63"/>
            <p:cNvSpPr/>
            <p:nvPr/>
          </p:nvSpPr>
          <p:spPr>
            <a:xfrm>
              <a:off x="1206789" y="2242978"/>
              <a:ext cx="1896533" cy="3785372"/>
            </a:xfrm>
            <a:custGeom>
              <a:avLst/>
              <a:gdLst>
                <a:gd name="connsiteX0" fmla="*/ 1896533 w 1896533"/>
                <a:gd name="connsiteY0" fmla="*/ 0 h 3785372"/>
                <a:gd name="connsiteX1" fmla="*/ 1896533 w 1896533"/>
                <a:gd name="connsiteY1" fmla="*/ 812800 h 3785372"/>
                <a:gd name="connsiteX2" fmla="*/ 406400 w 1896533"/>
                <a:gd name="connsiteY2" fmla="*/ 2302933 h 3785372"/>
                <a:gd name="connsiteX3" fmla="*/ 1596219 w 1896533"/>
                <a:gd name="connsiteY3" fmla="*/ 3762792 h 3785372"/>
                <a:gd name="connsiteX4" fmla="*/ 1744169 w 1896533"/>
                <a:gd name="connsiteY4" fmla="*/ 3785372 h 3785372"/>
                <a:gd name="connsiteX5" fmla="*/ 1702624 w 1896533"/>
                <a:gd name="connsiteY5" fmla="*/ 3783274 h 3785372"/>
                <a:gd name="connsiteX6" fmla="*/ 0 w 1896533"/>
                <a:gd name="connsiteY6" fmla="*/ 1896533 h 3785372"/>
                <a:gd name="connsiteX7" fmla="*/ 1896533 w 1896533"/>
                <a:gd name="connsiteY7" fmla="*/ 0 h 378537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896533" h="3785372">
                  <a:moveTo>
                    <a:pt x="1896533" y="0"/>
                  </a:moveTo>
                  <a:lnTo>
                    <a:pt x="1896533" y="812800"/>
                  </a:lnTo>
                  <a:cubicBezTo>
                    <a:pt x="1073555" y="812800"/>
                    <a:pt x="406400" y="1479955"/>
                    <a:pt x="406400" y="2302933"/>
                  </a:cubicBezTo>
                  <a:cubicBezTo>
                    <a:pt x="406400" y="3023039"/>
                    <a:pt x="917191" y="3623843"/>
                    <a:pt x="1596219" y="3762792"/>
                  </a:cubicBezTo>
                  <a:lnTo>
                    <a:pt x="1744169" y="3785372"/>
                  </a:lnTo>
                  <a:lnTo>
                    <a:pt x="1702624" y="3783274"/>
                  </a:lnTo>
                  <a:cubicBezTo>
                    <a:pt x="746286" y="3686153"/>
                    <a:pt x="0" y="2878495"/>
                    <a:pt x="0" y="1896533"/>
                  </a:cubicBezTo>
                  <a:cubicBezTo>
                    <a:pt x="0" y="849107"/>
                    <a:pt x="849107" y="0"/>
                    <a:pt x="1896533" y="0"/>
                  </a:cubicBezTo>
                  <a:close/>
                </a:path>
              </a:pathLst>
            </a:custGeom>
            <a:solidFill>
              <a:srgbClr val="C00000"/>
            </a:solidFill>
            <a:scene3d>
              <a:camera prst="orthographicFront">
                <a:rot lat="0" lon="0" rev="0"/>
              </a:camera>
              <a:lightRig rig="contrasting" dir="t">
                <a:rot lat="0" lon="0" rev="1200000"/>
              </a:lightRig>
            </a:scene3d>
            <a:sp3d contourW="19050" prstMaterial="metal">
              <a:bevelT w="88900" h="203200"/>
              <a:bevelB w="165100" h="254000"/>
            </a:sp3d>
          </p:spPr>
          <p:style>
            <a:lnRef idx="0">
              <a:schemeClr val="lt1">
                <a:hueOff val="0"/>
                <a:satOff val="0"/>
                <a:lumOff val="0"/>
                <a:alphaOff val="0"/>
              </a:schemeClr>
            </a:lnRef>
            <a:fillRef idx="1">
              <a:schemeClr val="accent1">
                <a:hueOff val="0"/>
                <a:satOff val="0"/>
                <a:lumOff val="0"/>
                <a:alphaOff val="0"/>
              </a:schemeClr>
            </a:fillRef>
            <a:effectRef idx="2">
              <a:schemeClr val="accent1">
                <a:hueOff val="0"/>
                <a:satOff val="0"/>
                <a:lumOff val="0"/>
                <a:alphaOff val="0"/>
              </a:schemeClr>
            </a:effectRef>
            <a:fontRef idx="minor">
              <a:schemeClr val="lt1"/>
            </a:fontRef>
          </p:style>
          <p:txBody>
            <a:bodyPr spcFirstLastPara="0" vert="horz" wrap="square" lIns="1828461" tIns="406061" rIns="1828462" bIns="4740996" numCol="1" spcCol="1270" anchor="ctr" anchorCtr="0">
              <a:noAutofit/>
            </a:bodyPr>
            <a:lstStyle/>
            <a:p>
              <a:pPr lvl="0" algn="ctr" defTabSz="844550">
                <a:lnSpc>
                  <a:spcPct val="90000"/>
                </a:lnSpc>
                <a:spcBef>
                  <a:spcPct val="0"/>
                </a:spcBef>
                <a:spcAft>
                  <a:spcPct val="35000"/>
                </a:spcAft>
              </a:pPr>
              <a:endParaRPr lang="en-US" sz="1900" kern="1200" dirty="0"/>
            </a:p>
          </p:txBody>
        </p:sp>
        <p:sp>
          <p:nvSpPr>
            <p:cNvPr id="87" name="TextBox 86"/>
            <p:cNvSpPr txBox="1"/>
            <p:nvPr/>
          </p:nvSpPr>
          <p:spPr>
            <a:xfrm>
              <a:off x="3103322" y="2308798"/>
              <a:ext cx="8048730" cy="584775"/>
            </a:xfrm>
            <a:prstGeom prst="rect">
              <a:avLst/>
            </a:prstGeom>
            <a:noFill/>
          </p:spPr>
          <p:txBody>
            <a:bodyPr wrap="square" rtlCol="0">
              <a:spAutoFit/>
            </a:bodyPr>
            <a:lstStyle/>
            <a:p>
              <a:r>
                <a:rPr lang="en-US" sz="1600" b="1" dirty="0">
                  <a:solidFill>
                    <a:srgbClr val="C00000"/>
                  </a:solidFill>
                  <a:latin typeface="+mj-lt"/>
                </a:rPr>
                <a:t>To bridge the gap between modern lifestyle and Ayurvedic knowledge. AyurSense makes traditional Ayurvedic guidance accessible and practical for people with busy lives.</a:t>
              </a:r>
            </a:p>
          </p:txBody>
        </p:sp>
      </p:grpSp>
      <p:grpSp>
        <p:nvGrpSpPr>
          <p:cNvPr id="5" name="Group 4"/>
          <p:cNvGrpSpPr/>
          <p:nvPr/>
        </p:nvGrpSpPr>
        <p:grpSpPr>
          <a:xfrm>
            <a:off x="1613189" y="3055778"/>
            <a:ext cx="8745042" cy="2974671"/>
            <a:chOff x="1613189" y="3055778"/>
            <a:chExt cx="8745042" cy="2974671"/>
          </a:xfrm>
        </p:grpSpPr>
        <p:sp>
          <p:nvSpPr>
            <p:cNvPr id="74" name="Freeform 73"/>
            <p:cNvSpPr/>
            <p:nvPr/>
          </p:nvSpPr>
          <p:spPr>
            <a:xfrm>
              <a:off x="1613189" y="3055778"/>
              <a:ext cx="1490133" cy="2974671"/>
            </a:xfrm>
            <a:custGeom>
              <a:avLst/>
              <a:gdLst>
                <a:gd name="connsiteX0" fmla="*/ 1490133 w 1490133"/>
                <a:gd name="connsiteY0" fmla="*/ 0 h 2974671"/>
                <a:gd name="connsiteX1" fmla="*/ 1490133 w 1490133"/>
                <a:gd name="connsiteY1" fmla="*/ 812800 h 2974671"/>
                <a:gd name="connsiteX2" fmla="*/ 406400 w 1490133"/>
                <a:gd name="connsiteY2" fmla="*/ 1896533 h 2974671"/>
                <a:gd name="connsiteX3" fmla="*/ 1271723 w 1490133"/>
                <a:gd name="connsiteY3" fmla="*/ 2958248 h 2974671"/>
                <a:gd name="connsiteX4" fmla="*/ 1379324 w 1490133"/>
                <a:gd name="connsiteY4" fmla="*/ 2974671 h 2974671"/>
                <a:gd name="connsiteX5" fmla="*/ 1337769 w 1490133"/>
                <a:gd name="connsiteY5" fmla="*/ 2972572 h 2974671"/>
                <a:gd name="connsiteX6" fmla="*/ 1189819 w 1490133"/>
                <a:gd name="connsiteY6" fmla="*/ 2949992 h 2974671"/>
                <a:gd name="connsiteX7" fmla="*/ 0 w 1490133"/>
                <a:gd name="connsiteY7" fmla="*/ 1490133 h 2974671"/>
                <a:gd name="connsiteX8" fmla="*/ 1490133 w 1490133"/>
                <a:gd name="connsiteY8" fmla="*/ 0 h 297467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490133" h="2974671">
                  <a:moveTo>
                    <a:pt x="1490133" y="0"/>
                  </a:moveTo>
                  <a:lnTo>
                    <a:pt x="1490133" y="812800"/>
                  </a:lnTo>
                  <a:cubicBezTo>
                    <a:pt x="891604" y="812800"/>
                    <a:pt x="406400" y="1298004"/>
                    <a:pt x="406400" y="1896533"/>
                  </a:cubicBezTo>
                  <a:cubicBezTo>
                    <a:pt x="406400" y="2420246"/>
                    <a:pt x="777885" y="2857195"/>
                    <a:pt x="1271723" y="2958248"/>
                  </a:cubicBezTo>
                  <a:lnTo>
                    <a:pt x="1379324" y="2974671"/>
                  </a:lnTo>
                  <a:lnTo>
                    <a:pt x="1337769" y="2972572"/>
                  </a:lnTo>
                  <a:lnTo>
                    <a:pt x="1189819" y="2949992"/>
                  </a:lnTo>
                  <a:cubicBezTo>
                    <a:pt x="510791" y="2811043"/>
                    <a:pt x="0" y="2210239"/>
                    <a:pt x="0" y="1490133"/>
                  </a:cubicBezTo>
                  <a:cubicBezTo>
                    <a:pt x="0" y="667155"/>
                    <a:pt x="667155" y="0"/>
                    <a:pt x="1490133" y="0"/>
                  </a:cubicBezTo>
                  <a:close/>
                </a:path>
              </a:pathLst>
            </a:custGeom>
            <a:solidFill>
              <a:srgbClr val="FFC000"/>
            </a:solidFill>
            <a:scene3d>
              <a:camera prst="orthographicFront">
                <a:rot lat="0" lon="0" rev="0"/>
              </a:camera>
              <a:lightRig rig="contrasting" dir="t">
                <a:rot lat="0" lon="0" rev="1200000"/>
              </a:lightRig>
            </a:scene3d>
            <a:sp3d contourW="19050" prstMaterial="metal">
              <a:bevelT w="88900" h="203200"/>
              <a:bevelB w="165100" h="254000"/>
            </a:sp3d>
          </p:spPr>
          <p:style>
            <a:lnRef idx="0">
              <a:schemeClr val="lt1">
                <a:hueOff val="0"/>
                <a:satOff val="0"/>
                <a:lumOff val="0"/>
                <a:alphaOff val="0"/>
              </a:schemeClr>
            </a:lnRef>
            <a:fillRef idx="1">
              <a:schemeClr val="accent1">
                <a:hueOff val="0"/>
                <a:satOff val="0"/>
                <a:lumOff val="0"/>
                <a:alphaOff val="0"/>
              </a:schemeClr>
            </a:fillRef>
            <a:effectRef idx="2">
              <a:schemeClr val="accent1">
                <a:hueOff val="0"/>
                <a:satOff val="0"/>
                <a:lumOff val="0"/>
                <a:alphaOff val="0"/>
              </a:schemeClr>
            </a:effectRef>
            <a:fontRef idx="minor">
              <a:schemeClr val="lt1"/>
            </a:fontRef>
          </p:style>
          <p:txBody>
            <a:bodyPr spcFirstLastPara="0" vert="horz" wrap="square" lIns="1828461" tIns="406061" rIns="1828462" bIns="4740996" numCol="1" spcCol="1270" anchor="ctr" anchorCtr="0">
              <a:noAutofit/>
            </a:bodyPr>
            <a:lstStyle/>
            <a:p>
              <a:pPr lvl="0" algn="ctr" defTabSz="844550">
                <a:lnSpc>
                  <a:spcPct val="90000"/>
                </a:lnSpc>
                <a:spcBef>
                  <a:spcPct val="0"/>
                </a:spcBef>
                <a:spcAft>
                  <a:spcPct val="35000"/>
                </a:spcAft>
              </a:pPr>
              <a:endParaRPr lang="en-US" sz="1900" kern="1200" dirty="0"/>
            </a:p>
          </p:txBody>
        </p:sp>
        <p:sp>
          <p:nvSpPr>
            <p:cNvPr id="88" name="TextBox 87"/>
            <p:cNvSpPr txBox="1"/>
            <p:nvPr/>
          </p:nvSpPr>
          <p:spPr>
            <a:xfrm>
              <a:off x="3103322" y="3166699"/>
              <a:ext cx="7254909" cy="615553"/>
            </a:xfrm>
            <a:prstGeom prst="rect">
              <a:avLst/>
            </a:prstGeom>
            <a:noFill/>
          </p:spPr>
          <p:txBody>
            <a:bodyPr wrap="square" rtlCol="0">
              <a:spAutoFit/>
            </a:bodyPr>
            <a:lstStyle/>
            <a:p>
              <a:r>
                <a:rPr lang="en-US" sz="1600" b="1" dirty="0">
                  <a:solidFill>
                    <a:srgbClr val="FFC000"/>
                  </a:solidFill>
                  <a:latin typeface="+mj-lt"/>
                </a:rPr>
                <a:t>To create a user-friendly web application. The platform is designed to be simple, intuitive, and easy to navigate for all types of users.</a:t>
              </a:r>
              <a:r>
                <a:rPr lang="en-US" b="1" dirty="0"/>
                <a:t>:</a:t>
              </a:r>
            </a:p>
          </p:txBody>
        </p:sp>
      </p:grpSp>
      <p:grpSp>
        <p:nvGrpSpPr>
          <p:cNvPr id="6" name="Group 5"/>
          <p:cNvGrpSpPr/>
          <p:nvPr/>
        </p:nvGrpSpPr>
        <p:grpSpPr>
          <a:xfrm>
            <a:off x="2019589" y="3848797"/>
            <a:ext cx="9686456" cy="2187247"/>
            <a:chOff x="2019589" y="3848797"/>
            <a:chExt cx="9686456" cy="2187247"/>
          </a:xfrm>
        </p:grpSpPr>
        <p:sp>
          <p:nvSpPr>
            <p:cNvPr id="62" name="Freeform 61"/>
            <p:cNvSpPr/>
            <p:nvPr/>
          </p:nvSpPr>
          <p:spPr>
            <a:xfrm>
              <a:off x="2019589" y="3868578"/>
              <a:ext cx="1083733" cy="2167466"/>
            </a:xfrm>
            <a:custGeom>
              <a:avLst/>
              <a:gdLst>
                <a:gd name="connsiteX0" fmla="*/ 1083733 w 1083733"/>
                <a:gd name="connsiteY0" fmla="*/ 0 h 2167466"/>
                <a:gd name="connsiteX1" fmla="*/ 1083733 w 1083733"/>
                <a:gd name="connsiteY1" fmla="*/ 812800 h 2167466"/>
                <a:gd name="connsiteX2" fmla="*/ 406400 w 1083733"/>
                <a:gd name="connsiteY2" fmla="*/ 1490133 h 2167466"/>
                <a:gd name="connsiteX3" fmla="*/ 1083733 w 1083733"/>
                <a:gd name="connsiteY3" fmla="*/ 2167466 h 2167466"/>
                <a:gd name="connsiteX4" fmla="*/ 972924 w 1083733"/>
                <a:gd name="connsiteY4" fmla="*/ 2161871 h 2167466"/>
                <a:gd name="connsiteX5" fmla="*/ 865323 w 1083733"/>
                <a:gd name="connsiteY5" fmla="*/ 2145448 h 2167466"/>
                <a:gd name="connsiteX6" fmla="*/ 0 w 1083733"/>
                <a:gd name="connsiteY6" fmla="*/ 1083733 h 2167466"/>
                <a:gd name="connsiteX7" fmla="*/ 1083733 w 1083733"/>
                <a:gd name="connsiteY7" fmla="*/ 0 h 21674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083733" h="2167466">
                  <a:moveTo>
                    <a:pt x="1083733" y="0"/>
                  </a:moveTo>
                  <a:lnTo>
                    <a:pt x="1083733" y="812800"/>
                  </a:lnTo>
                  <a:cubicBezTo>
                    <a:pt x="709652" y="812800"/>
                    <a:pt x="406400" y="1116052"/>
                    <a:pt x="406400" y="1490133"/>
                  </a:cubicBezTo>
                  <a:cubicBezTo>
                    <a:pt x="406400" y="1864214"/>
                    <a:pt x="709652" y="2167466"/>
                    <a:pt x="1083733" y="2167466"/>
                  </a:cubicBezTo>
                  <a:lnTo>
                    <a:pt x="972924" y="2161871"/>
                  </a:lnTo>
                  <a:lnTo>
                    <a:pt x="865323" y="2145448"/>
                  </a:lnTo>
                  <a:cubicBezTo>
                    <a:pt x="371485" y="2044395"/>
                    <a:pt x="0" y="1607446"/>
                    <a:pt x="0" y="1083733"/>
                  </a:cubicBezTo>
                  <a:cubicBezTo>
                    <a:pt x="0" y="485204"/>
                    <a:pt x="485204" y="0"/>
                    <a:pt x="1083733" y="0"/>
                  </a:cubicBezTo>
                  <a:close/>
                </a:path>
              </a:pathLst>
            </a:custGeom>
            <a:solidFill>
              <a:srgbClr val="00B050"/>
            </a:solidFill>
            <a:scene3d>
              <a:camera prst="orthographicFront">
                <a:rot lat="0" lon="0" rev="0"/>
              </a:camera>
              <a:lightRig rig="contrasting" dir="t">
                <a:rot lat="0" lon="0" rev="1200000"/>
              </a:lightRig>
            </a:scene3d>
            <a:sp3d contourW="19050" prstMaterial="metal">
              <a:bevelT w="88900" h="203200"/>
              <a:bevelB w="165100" h="254000"/>
            </a:sp3d>
          </p:spPr>
          <p:style>
            <a:lnRef idx="0">
              <a:schemeClr val="lt1">
                <a:hueOff val="0"/>
                <a:satOff val="0"/>
                <a:lumOff val="0"/>
                <a:alphaOff val="0"/>
              </a:schemeClr>
            </a:lnRef>
            <a:fillRef idx="1">
              <a:schemeClr val="accent1">
                <a:hueOff val="0"/>
                <a:satOff val="0"/>
                <a:lumOff val="0"/>
                <a:alphaOff val="0"/>
              </a:schemeClr>
            </a:fillRef>
            <a:effectRef idx="2">
              <a:schemeClr val="accent1">
                <a:hueOff val="0"/>
                <a:satOff val="0"/>
                <a:lumOff val="0"/>
                <a:alphaOff val="0"/>
              </a:schemeClr>
            </a:effectRef>
            <a:fontRef idx="minor">
              <a:schemeClr val="lt1"/>
            </a:fontRef>
          </p:style>
          <p:txBody>
            <a:bodyPr spcFirstLastPara="0" vert="horz" wrap="square" lIns="1828461" tIns="406061" rIns="1828462" bIns="4740996" numCol="1" spcCol="1270" anchor="ctr" anchorCtr="0">
              <a:noAutofit/>
            </a:bodyPr>
            <a:lstStyle/>
            <a:p>
              <a:pPr lvl="0" algn="ctr" defTabSz="844550">
                <a:lnSpc>
                  <a:spcPct val="90000"/>
                </a:lnSpc>
                <a:spcBef>
                  <a:spcPct val="0"/>
                </a:spcBef>
                <a:spcAft>
                  <a:spcPct val="35000"/>
                </a:spcAft>
              </a:pPr>
              <a:endParaRPr lang="en-US" sz="1900" kern="1200" dirty="0"/>
            </a:p>
          </p:txBody>
        </p:sp>
        <p:sp>
          <p:nvSpPr>
            <p:cNvPr id="89" name="TextBox 88"/>
            <p:cNvSpPr txBox="1"/>
            <p:nvPr/>
          </p:nvSpPr>
          <p:spPr>
            <a:xfrm>
              <a:off x="3083169" y="3848797"/>
              <a:ext cx="8622876" cy="830997"/>
            </a:xfrm>
            <a:prstGeom prst="rect">
              <a:avLst/>
            </a:prstGeom>
            <a:noFill/>
          </p:spPr>
          <p:txBody>
            <a:bodyPr wrap="square" rtlCol="0">
              <a:spAutoFit/>
            </a:bodyPr>
            <a:lstStyle/>
            <a:p>
              <a:r>
                <a:rPr lang="en-US" sz="1600" b="1" dirty="0">
                  <a:solidFill>
                    <a:srgbClr val="00AF50"/>
                  </a:solidFill>
                  <a:latin typeface="+mj-lt"/>
                </a:rPr>
                <a:t>To raise awareness about Ayurveda and its benefits.</a:t>
              </a:r>
              <a:br>
                <a:rPr lang="en-US" sz="1600" b="1" dirty="0">
                  <a:solidFill>
                    <a:srgbClr val="00AF50"/>
                  </a:solidFill>
                  <a:latin typeface="+mj-lt"/>
                </a:rPr>
              </a:br>
              <a:r>
                <a:rPr lang="en-US" sz="1600" b="1" dirty="0">
                  <a:solidFill>
                    <a:srgbClr val="00AF50"/>
                  </a:solidFill>
                  <a:latin typeface="+mj-lt"/>
                </a:rPr>
                <a:t>The platform educates users about Ayurvedic principles, encouraging them to explore natural and holistic approaches to health.</a:t>
              </a:r>
            </a:p>
          </p:txBody>
        </p:sp>
      </p:grpSp>
      <p:grpSp>
        <p:nvGrpSpPr>
          <p:cNvPr id="7" name="Group 6"/>
          <p:cNvGrpSpPr/>
          <p:nvPr/>
        </p:nvGrpSpPr>
        <p:grpSpPr>
          <a:xfrm>
            <a:off x="2425989" y="4681378"/>
            <a:ext cx="9366320" cy="1354666"/>
            <a:chOff x="2425989" y="4681378"/>
            <a:chExt cx="9366320" cy="1354666"/>
          </a:xfrm>
        </p:grpSpPr>
        <p:sp>
          <p:nvSpPr>
            <p:cNvPr id="72" name="Freeform 71"/>
            <p:cNvSpPr/>
            <p:nvPr/>
          </p:nvSpPr>
          <p:spPr>
            <a:xfrm>
              <a:off x="2425989" y="4681378"/>
              <a:ext cx="677333" cy="1354666"/>
            </a:xfrm>
            <a:custGeom>
              <a:avLst/>
              <a:gdLst>
                <a:gd name="connsiteX0" fmla="*/ 677333 w 677333"/>
                <a:gd name="connsiteY0" fmla="*/ 0 h 1354666"/>
                <a:gd name="connsiteX1" fmla="*/ 677333 w 677333"/>
                <a:gd name="connsiteY1" fmla="*/ 1354666 h 1354666"/>
                <a:gd name="connsiteX2" fmla="*/ 0 w 677333"/>
                <a:gd name="connsiteY2" fmla="*/ 677333 h 1354666"/>
                <a:gd name="connsiteX3" fmla="*/ 677333 w 677333"/>
                <a:gd name="connsiteY3" fmla="*/ 0 h 1354666"/>
              </a:gdLst>
              <a:ahLst/>
              <a:cxnLst>
                <a:cxn ang="0">
                  <a:pos x="connsiteX0" y="connsiteY0"/>
                </a:cxn>
                <a:cxn ang="0">
                  <a:pos x="connsiteX1" y="connsiteY1"/>
                </a:cxn>
                <a:cxn ang="0">
                  <a:pos x="connsiteX2" y="connsiteY2"/>
                </a:cxn>
                <a:cxn ang="0">
                  <a:pos x="connsiteX3" y="connsiteY3"/>
                </a:cxn>
              </a:cxnLst>
              <a:rect l="l" t="t" r="r" b="b"/>
              <a:pathLst>
                <a:path w="677333" h="1354666">
                  <a:moveTo>
                    <a:pt x="677333" y="0"/>
                  </a:moveTo>
                  <a:lnTo>
                    <a:pt x="677333" y="1354666"/>
                  </a:lnTo>
                  <a:cubicBezTo>
                    <a:pt x="303252" y="1354666"/>
                    <a:pt x="0" y="1051414"/>
                    <a:pt x="0" y="677333"/>
                  </a:cubicBezTo>
                  <a:cubicBezTo>
                    <a:pt x="0" y="303252"/>
                    <a:pt x="303252" y="0"/>
                    <a:pt x="677333" y="0"/>
                  </a:cubicBezTo>
                  <a:close/>
                </a:path>
              </a:pathLst>
            </a:custGeom>
            <a:solidFill>
              <a:srgbClr val="92D050"/>
            </a:solidFill>
            <a:scene3d>
              <a:camera prst="orthographicFront">
                <a:rot lat="0" lon="0" rev="0"/>
              </a:camera>
              <a:lightRig rig="contrasting" dir="t">
                <a:rot lat="0" lon="0" rev="1200000"/>
              </a:lightRig>
            </a:scene3d>
            <a:sp3d contourW="19050" prstMaterial="metal">
              <a:bevelT w="88900" h="203200"/>
              <a:bevelB w="165100" h="254000"/>
            </a:sp3d>
          </p:spPr>
          <p:style>
            <a:lnRef idx="0">
              <a:schemeClr val="lt1">
                <a:hueOff val="0"/>
                <a:satOff val="0"/>
                <a:lumOff val="0"/>
                <a:alphaOff val="0"/>
              </a:schemeClr>
            </a:lnRef>
            <a:fillRef idx="1">
              <a:schemeClr val="accent1">
                <a:hueOff val="0"/>
                <a:satOff val="0"/>
                <a:lumOff val="0"/>
                <a:alphaOff val="0"/>
              </a:schemeClr>
            </a:fillRef>
            <a:effectRef idx="2">
              <a:schemeClr val="accent1">
                <a:hueOff val="0"/>
                <a:satOff val="0"/>
                <a:lumOff val="0"/>
                <a:alphaOff val="0"/>
              </a:schemeClr>
            </a:effectRef>
            <a:fontRef idx="minor">
              <a:schemeClr val="lt1"/>
            </a:fontRef>
          </p:style>
          <p:txBody>
            <a:bodyPr spcFirstLastPara="0" vert="horz" wrap="square" lIns="1828461" tIns="406061" rIns="1828462" bIns="4740996" numCol="1" spcCol="1270" anchor="ctr" anchorCtr="0">
              <a:noAutofit/>
            </a:bodyPr>
            <a:lstStyle/>
            <a:p>
              <a:pPr lvl="0" algn="ctr" defTabSz="844550">
                <a:lnSpc>
                  <a:spcPct val="90000"/>
                </a:lnSpc>
                <a:spcBef>
                  <a:spcPct val="0"/>
                </a:spcBef>
                <a:spcAft>
                  <a:spcPct val="35000"/>
                </a:spcAft>
              </a:pPr>
              <a:endParaRPr lang="en-US" sz="1900" kern="1200" dirty="0"/>
            </a:p>
          </p:txBody>
        </p:sp>
        <p:sp>
          <p:nvSpPr>
            <p:cNvPr id="90" name="TextBox 89"/>
            <p:cNvSpPr txBox="1"/>
            <p:nvPr/>
          </p:nvSpPr>
          <p:spPr>
            <a:xfrm>
              <a:off x="3083169" y="4937899"/>
              <a:ext cx="8709140" cy="830997"/>
            </a:xfrm>
            <a:prstGeom prst="rect">
              <a:avLst/>
            </a:prstGeom>
            <a:noFill/>
          </p:spPr>
          <p:txBody>
            <a:bodyPr wrap="square" rtlCol="0">
              <a:spAutoFit/>
            </a:bodyPr>
            <a:lstStyle/>
            <a:p>
              <a:r>
                <a:rPr lang="en-US" sz="1600" b="1" dirty="0">
                  <a:solidFill>
                    <a:srgbClr val="91CF50"/>
                  </a:solidFill>
                  <a:latin typeface="+mj-lt"/>
                </a:rPr>
                <a:t>To build trust through accurate and reliable recommendations.</a:t>
              </a:r>
              <a:br>
                <a:rPr lang="en-US" sz="1600" b="1" dirty="0">
                  <a:solidFill>
                    <a:srgbClr val="91CF50"/>
                  </a:solidFill>
                  <a:latin typeface="+mj-lt"/>
                </a:rPr>
              </a:br>
              <a:r>
                <a:rPr lang="en-US" sz="1600" b="1" dirty="0">
                  <a:solidFill>
                    <a:srgbClr val="91CF50"/>
                  </a:solidFill>
                  <a:latin typeface="+mj-lt"/>
                </a:rPr>
                <a:t>By using intelligent analysis and authentic Ayurvedic knowledge, AyurSense ensures users receive effective and dependable guidance.</a:t>
              </a:r>
            </a:p>
          </p:txBody>
        </p:sp>
      </p:grpSp>
      <p:sp>
        <p:nvSpPr>
          <p:cNvPr id="2" name="TextBox 1"/>
          <p:cNvSpPr txBox="1"/>
          <p:nvPr/>
        </p:nvSpPr>
        <p:spPr>
          <a:xfrm>
            <a:off x="4164417" y="137401"/>
            <a:ext cx="5132717" cy="461665"/>
          </a:xfrm>
          <a:prstGeom prst="rect">
            <a:avLst/>
          </a:prstGeom>
          <a:noFill/>
        </p:spPr>
        <p:txBody>
          <a:bodyPr wrap="square" rtlCol="0">
            <a:spAutoFit/>
          </a:bodyPr>
          <a:lstStyle/>
          <a:p>
            <a:pPr algn="ctr"/>
            <a:r>
              <a:rPr lang="en-US" sz="2400" b="1" dirty="0">
                <a:solidFill>
                  <a:schemeClr val="bg2">
                    <a:lumMod val="75000"/>
                  </a:schemeClr>
                </a:solidFill>
                <a:latin typeface="Arial Black" panose="020B0A04020102020204" pitchFamily="34" charset="0"/>
              </a:rPr>
              <a:t>OBJECTIVES</a:t>
            </a:r>
          </a:p>
        </p:txBody>
      </p:sp>
    </p:spTree>
    <p:extLst>
      <p:ext uri="{BB962C8B-B14F-4D97-AF65-F5344CB8AC3E}">
        <p14:creationId xmlns:p14="http://schemas.microsoft.com/office/powerpoint/2010/main" val="1037471168"/>
      </p:ext>
    </p:extLst>
  </p:cSld>
  <p:clrMapOvr>
    <a:masterClrMapping/>
  </p:clrMapOvr>
  <mc:AlternateContent xmlns:mc="http://schemas.openxmlformats.org/markup-compatibility/2006" xmlns:p14="http://schemas.microsoft.com/office/powerpoint/2010/main">
    <mc:Choice Requires="p14">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4" fill="hold" grpId="0" nodeType="withEffect" p14:presetBounceEnd="75000">
                                      <p:stCondLst>
                                        <p:cond delay="0"/>
                                      </p:stCondLst>
                                      <p:childTnLst>
                                        <p:set>
                                          <p:cBhvr>
                                            <p:cTn id="6" dur="1" fill="hold">
                                              <p:stCondLst>
                                                <p:cond delay="0"/>
                                              </p:stCondLst>
                                            </p:cTn>
                                            <p:tgtEl>
                                              <p:spTgt spid="66"/>
                                            </p:tgtEl>
                                            <p:attrNameLst>
                                              <p:attrName>style.visibility</p:attrName>
                                            </p:attrNameLst>
                                          </p:cBhvr>
                                          <p:to>
                                            <p:strVal val="visible"/>
                                          </p:to>
                                        </p:set>
                                        <p:anim calcmode="lin" valueType="num" p14:bounceEnd="75000">
                                          <p:cBhvr additive="base">
                                            <p:cTn id="7" dur="2000" fill="hold"/>
                                            <p:tgtEl>
                                              <p:spTgt spid="66"/>
                                            </p:tgtEl>
                                            <p:attrNameLst>
                                              <p:attrName>ppt_x</p:attrName>
                                            </p:attrNameLst>
                                          </p:cBhvr>
                                          <p:tavLst>
                                            <p:tav tm="0">
                                              <p:val>
                                                <p:strVal val="#ppt_x"/>
                                              </p:val>
                                            </p:tav>
                                            <p:tav tm="100000">
                                              <p:val>
                                                <p:strVal val="#ppt_x"/>
                                              </p:val>
                                            </p:tav>
                                          </p:tavLst>
                                        </p:anim>
                                        <p:anim calcmode="lin" valueType="num" p14:bounceEnd="75000">
                                          <p:cBhvr additive="base">
                                            <p:cTn id="8" dur="2000" fill="hold"/>
                                            <p:tgtEl>
                                              <p:spTgt spid="66"/>
                                            </p:tgtEl>
                                            <p:attrNameLst>
                                              <p:attrName>ppt_y</p:attrName>
                                            </p:attrNameLst>
                                          </p:cBhvr>
                                          <p:tavLst>
                                            <p:tav tm="0">
                                              <p:val>
                                                <p:strVal val="1+#ppt_h/2"/>
                                              </p:val>
                                            </p:tav>
                                            <p:tav tm="100000">
                                              <p:val>
                                                <p:strVal val="#ppt_y"/>
                                              </p:val>
                                            </p:tav>
                                          </p:tavLst>
                                        </p:anim>
                                      </p:childTnLst>
                                    </p:cTn>
                                  </p:par>
                                  <p:par>
                                    <p:cTn id="9" presetID="2" presetClass="entr" presetSubtype="4" fill="hold" grpId="0" nodeType="withEffect" p14:presetBounceEnd="75000">
                                      <p:stCondLst>
                                        <p:cond delay="0"/>
                                      </p:stCondLst>
                                      <p:childTnLst>
                                        <p:set>
                                          <p:cBhvr>
                                            <p:cTn id="10" dur="1" fill="hold">
                                              <p:stCondLst>
                                                <p:cond delay="0"/>
                                              </p:stCondLst>
                                            </p:cTn>
                                            <p:tgtEl>
                                              <p:spTgt spid="80"/>
                                            </p:tgtEl>
                                            <p:attrNameLst>
                                              <p:attrName>style.visibility</p:attrName>
                                            </p:attrNameLst>
                                          </p:cBhvr>
                                          <p:to>
                                            <p:strVal val="visible"/>
                                          </p:to>
                                        </p:set>
                                        <p:anim calcmode="lin" valueType="num" p14:bounceEnd="75000">
                                          <p:cBhvr additive="base">
                                            <p:cTn id="11" dur="2000" fill="hold"/>
                                            <p:tgtEl>
                                              <p:spTgt spid="80"/>
                                            </p:tgtEl>
                                            <p:attrNameLst>
                                              <p:attrName>ppt_x</p:attrName>
                                            </p:attrNameLst>
                                          </p:cBhvr>
                                          <p:tavLst>
                                            <p:tav tm="0">
                                              <p:val>
                                                <p:strVal val="#ppt_x"/>
                                              </p:val>
                                            </p:tav>
                                            <p:tav tm="100000">
                                              <p:val>
                                                <p:strVal val="#ppt_x"/>
                                              </p:val>
                                            </p:tav>
                                          </p:tavLst>
                                        </p:anim>
                                        <p:anim calcmode="lin" valueType="num" p14:bounceEnd="75000">
                                          <p:cBhvr additive="base">
                                            <p:cTn id="12" dur="2000" fill="hold"/>
                                            <p:tgtEl>
                                              <p:spTgt spid="80"/>
                                            </p:tgtEl>
                                            <p:attrNameLst>
                                              <p:attrName>ppt_y</p:attrName>
                                            </p:attrNameLst>
                                          </p:cBhvr>
                                          <p:tavLst>
                                            <p:tav tm="0">
                                              <p:val>
                                                <p:strVal val="1+#ppt_h/2"/>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5" presetID="2" presetClass="entr" presetSubtype="4" fill="hold" nodeType="clickEffect" p14:presetBounceEnd="75000">
                                      <p:stCondLst>
                                        <p:cond delay="0"/>
                                      </p:stCondLst>
                                      <p:childTnLst>
                                        <p:set>
                                          <p:cBhvr>
                                            <p:cTn id="16" dur="1" fill="hold">
                                              <p:stCondLst>
                                                <p:cond delay="0"/>
                                              </p:stCondLst>
                                            </p:cTn>
                                            <p:tgtEl>
                                              <p:spTgt spid="3"/>
                                            </p:tgtEl>
                                            <p:attrNameLst>
                                              <p:attrName>style.visibility</p:attrName>
                                            </p:attrNameLst>
                                          </p:cBhvr>
                                          <p:to>
                                            <p:strVal val="visible"/>
                                          </p:to>
                                        </p:set>
                                        <p:anim calcmode="lin" valueType="num" p14:bounceEnd="75000">
                                          <p:cBhvr additive="base">
                                            <p:cTn id="17" dur="2000" fill="hold"/>
                                            <p:tgtEl>
                                              <p:spTgt spid="3"/>
                                            </p:tgtEl>
                                            <p:attrNameLst>
                                              <p:attrName>ppt_x</p:attrName>
                                            </p:attrNameLst>
                                          </p:cBhvr>
                                          <p:tavLst>
                                            <p:tav tm="0">
                                              <p:val>
                                                <p:strVal val="#ppt_x"/>
                                              </p:val>
                                            </p:tav>
                                            <p:tav tm="100000">
                                              <p:val>
                                                <p:strVal val="#ppt_x"/>
                                              </p:val>
                                            </p:tav>
                                          </p:tavLst>
                                        </p:anim>
                                        <p:anim calcmode="lin" valueType="num" p14:bounceEnd="75000">
                                          <p:cBhvr additive="base">
                                            <p:cTn id="18" dur="2000" fill="hold"/>
                                            <p:tgtEl>
                                              <p:spTgt spid="3"/>
                                            </p:tgtEl>
                                            <p:attrNameLst>
                                              <p:attrName>ppt_y</p:attrName>
                                            </p:attrNameLst>
                                          </p:cBhvr>
                                          <p:tavLst>
                                            <p:tav tm="0">
                                              <p:val>
                                                <p:strVal val="1+#ppt_h/2"/>
                                              </p:val>
                                            </p:tav>
                                            <p:tav tm="100000">
                                              <p:val>
                                                <p:strVal val="#ppt_y"/>
                                              </p:val>
                                            </p:tav>
                                          </p:tavLst>
                                        </p:anim>
                                      </p:childTnLst>
                                    </p:cTn>
                                  </p:par>
                                </p:childTnLst>
                              </p:cTn>
                            </p:par>
                          </p:childTnLst>
                        </p:cTn>
                      </p:par>
                      <p:par>
                        <p:cTn id="19" fill="hold">
                          <p:stCondLst>
                            <p:cond delay="indefinite"/>
                          </p:stCondLst>
                          <p:childTnLst>
                            <p:par>
                              <p:cTn id="20" fill="hold">
                                <p:stCondLst>
                                  <p:cond delay="0"/>
                                </p:stCondLst>
                                <p:childTnLst>
                                  <p:par>
                                    <p:cTn id="21" presetID="2" presetClass="entr" presetSubtype="4" fill="hold" nodeType="clickEffect" p14:presetBounceEnd="75000">
                                      <p:stCondLst>
                                        <p:cond delay="0"/>
                                      </p:stCondLst>
                                      <p:childTnLst>
                                        <p:set>
                                          <p:cBhvr>
                                            <p:cTn id="22" dur="1" fill="hold">
                                              <p:stCondLst>
                                                <p:cond delay="0"/>
                                              </p:stCondLst>
                                            </p:cTn>
                                            <p:tgtEl>
                                              <p:spTgt spid="4"/>
                                            </p:tgtEl>
                                            <p:attrNameLst>
                                              <p:attrName>style.visibility</p:attrName>
                                            </p:attrNameLst>
                                          </p:cBhvr>
                                          <p:to>
                                            <p:strVal val="visible"/>
                                          </p:to>
                                        </p:set>
                                        <p:anim calcmode="lin" valueType="num" p14:bounceEnd="75000">
                                          <p:cBhvr additive="base">
                                            <p:cTn id="23" dur="2000" fill="hold"/>
                                            <p:tgtEl>
                                              <p:spTgt spid="4"/>
                                            </p:tgtEl>
                                            <p:attrNameLst>
                                              <p:attrName>ppt_x</p:attrName>
                                            </p:attrNameLst>
                                          </p:cBhvr>
                                          <p:tavLst>
                                            <p:tav tm="0">
                                              <p:val>
                                                <p:strVal val="#ppt_x"/>
                                              </p:val>
                                            </p:tav>
                                            <p:tav tm="100000">
                                              <p:val>
                                                <p:strVal val="#ppt_x"/>
                                              </p:val>
                                            </p:tav>
                                          </p:tavLst>
                                        </p:anim>
                                        <p:anim calcmode="lin" valueType="num" p14:bounceEnd="75000">
                                          <p:cBhvr additive="base">
                                            <p:cTn id="24" dur="2000" fill="hold"/>
                                            <p:tgtEl>
                                              <p:spTgt spid="4"/>
                                            </p:tgtEl>
                                            <p:attrNameLst>
                                              <p:attrName>ppt_y</p:attrName>
                                            </p:attrNameLst>
                                          </p:cBhvr>
                                          <p:tavLst>
                                            <p:tav tm="0">
                                              <p:val>
                                                <p:strVal val="1+#ppt_h/2"/>
                                              </p:val>
                                            </p:tav>
                                            <p:tav tm="100000">
                                              <p:val>
                                                <p:strVal val="#ppt_y"/>
                                              </p:val>
                                            </p:tav>
                                          </p:tavLst>
                                        </p:anim>
                                      </p:childTnLst>
                                    </p:cTn>
                                  </p:par>
                                </p:childTnLst>
                              </p:cTn>
                            </p:par>
                          </p:childTnLst>
                        </p:cTn>
                      </p:par>
                      <p:par>
                        <p:cTn id="25" fill="hold">
                          <p:stCondLst>
                            <p:cond delay="indefinite"/>
                          </p:stCondLst>
                          <p:childTnLst>
                            <p:par>
                              <p:cTn id="26" fill="hold">
                                <p:stCondLst>
                                  <p:cond delay="0"/>
                                </p:stCondLst>
                                <p:childTnLst>
                                  <p:par>
                                    <p:cTn id="27" presetID="2" presetClass="entr" presetSubtype="4" fill="hold" nodeType="clickEffect" p14:presetBounceEnd="75000">
                                      <p:stCondLst>
                                        <p:cond delay="0"/>
                                      </p:stCondLst>
                                      <p:childTnLst>
                                        <p:set>
                                          <p:cBhvr>
                                            <p:cTn id="28" dur="1" fill="hold">
                                              <p:stCondLst>
                                                <p:cond delay="0"/>
                                              </p:stCondLst>
                                            </p:cTn>
                                            <p:tgtEl>
                                              <p:spTgt spid="5"/>
                                            </p:tgtEl>
                                            <p:attrNameLst>
                                              <p:attrName>style.visibility</p:attrName>
                                            </p:attrNameLst>
                                          </p:cBhvr>
                                          <p:to>
                                            <p:strVal val="visible"/>
                                          </p:to>
                                        </p:set>
                                        <p:anim calcmode="lin" valueType="num" p14:bounceEnd="75000">
                                          <p:cBhvr additive="base">
                                            <p:cTn id="29" dur="2000" fill="hold"/>
                                            <p:tgtEl>
                                              <p:spTgt spid="5"/>
                                            </p:tgtEl>
                                            <p:attrNameLst>
                                              <p:attrName>ppt_x</p:attrName>
                                            </p:attrNameLst>
                                          </p:cBhvr>
                                          <p:tavLst>
                                            <p:tav tm="0">
                                              <p:val>
                                                <p:strVal val="#ppt_x"/>
                                              </p:val>
                                            </p:tav>
                                            <p:tav tm="100000">
                                              <p:val>
                                                <p:strVal val="#ppt_x"/>
                                              </p:val>
                                            </p:tav>
                                          </p:tavLst>
                                        </p:anim>
                                        <p:anim calcmode="lin" valueType="num" p14:bounceEnd="75000">
                                          <p:cBhvr additive="base">
                                            <p:cTn id="30" dur="2000" fill="hold"/>
                                            <p:tgtEl>
                                              <p:spTgt spid="5"/>
                                            </p:tgtEl>
                                            <p:attrNameLst>
                                              <p:attrName>ppt_y</p:attrName>
                                            </p:attrNameLst>
                                          </p:cBhvr>
                                          <p:tavLst>
                                            <p:tav tm="0">
                                              <p:val>
                                                <p:strVal val="1+#ppt_h/2"/>
                                              </p:val>
                                            </p:tav>
                                            <p:tav tm="100000">
                                              <p:val>
                                                <p:strVal val="#ppt_y"/>
                                              </p:val>
                                            </p:tav>
                                          </p:tavLst>
                                        </p:anim>
                                      </p:childTnLst>
                                    </p:cTn>
                                  </p:par>
                                </p:childTnLst>
                              </p:cTn>
                            </p:par>
                          </p:childTnLst>
                        </p:cTn>
                      </p:par>
                      <p:par>
                        <p:cTn id="31" fill="hold">
                          <p:stCondLst>
                            <p:cond delay="indefinite"/>
                          </p:stCondLst>
                          <p:childTnLst>
                            <p:par>
                              <p:cTn id="32" fill="hold">
                                <p:stCondLst>
                                  <p:cond delay="0"/>
                                </p:stCondLst>
                                <p:childTnLst>
                                  <p:par>
                                    <p:cTn id="33" presetID="2" presetClass="entr" presetSubtype="4" fill="hold" nodeType="clickEffect" p14:presetBounceEnd="75000">
                                      <p:stCondLst>
                                        <p:cond delay="0"/>
                                      </p:stCondLst>
                                      <p:childTnLst>
                                        <p:set>
                                          <p:cBhvr>
                                            <p:cTn id="34" dur="1" fill="hold">
                                              <p:stCondLst>
                                                <p:cond delay="0"/>
                                              </p:stCondLst>
                                            </p:cTn>
                                            <p:tgtEl>
                                              <p:spTgt spid="6"/>
                                            </p:tgtEl>
                                            <p:attrNameLst>
                                              <p:attrName>style.visibility</p:attrName>
                                            </p:attrNameLst>
                                          </p:cBhvr>
                                          <p:to>
                                            <p:strVal val="visible"/>
                                          </p:to>
                                        </p:set>
                                        <p:anim calcmode="lin" valueType="num" p14:bounceEnd="75000">
                                          <p:cBhvr additive="base">
                                            <p:cTn id="35" dur="2000" fill="hold"/>
                                            <p:tgtEl>
                                              <p:spTgt spid="6"/>
                                            </p:tgtEl>
                                            <p:attrNameLst>
                                              <p:attrName>ppt_x</p:attrName>
                                            </p:attrNameLst>
                                          </p:cBhvr>
                                          <p:tavLst>
                                            <p:tav tm="0">
                                              <p:val>
                                                <p:strVal val="#ppt_x"/>
                                              </p:val>
                                            </p:tav>
                                            <p:tav tm="100000">
                                              <p:val>
                                                <p:strVal val="#ppt_x"/>
                                              </p:val>
                                            </p:tav>
                                          </p:tavLst>
                                        </p:anim>
                                        <p:anim calcmode="lin" valueType="num" p14:bounceEnd="75000">
                                          <p:cBhvr additive="base">
                                            <p:cTn id="36" dur="2000" fill="hold"/>
                                            <p:tgtEl>
                                              <p:spTgt spid="6"/>
                                            </p:tgtEl>
                                            <p:attrNameLst>
                                              <p:attrName>ppt_y</p:attrName>
                                            </p:attrNameLst>
                                          </p:cBhvr>
                                          <p:tavLst>
                                            <p:tav tm="0">
                                              <p:val>
                                                <p:strVal val="1+#ppt_h/2"/>
                                              </p:val>
                                            </p:tav>
                                            <p:tav tm="100000">
                                              <p:val>
                                                <p:strVal val="#ppt_y"/>
                                              </p:val>
                                            </p:tav>
                                          </p:tavLst>
                                        </p:anim>
                                      </p:childTnLst>
                                    </p:cTn>
                                  </p:par>
                                </p:childTnLst>
                              </p:cTn>
                            </p:par>
                          </p:childTnLst>
                        </p:cTn>
                      </p:par>
                      <p:par>
                        <p:cTn id="37" fill="hold">
                          <p:stCondLst>
                            <p:cond delay="indefinite"/>
                          </p:stCondLst>
                          <p:childTnLst>
                            <p:par>
                              <p:cTn id="38" fill="hold">
                                <p:stCondLst>
                                  <p:cond delay="0"/>
                                </p:stCondLst>
                                <p:childTnLst>
                                  <p:par>
                                    <p:cTn id="39" presetID="2" presetClass="entr" presetSubtype="4" fill="hold" nodeType="clickEffect" p14:presetBounceEnd="75000">
                                      <p:stCondLst>
                                        <p:cond delay="0"/>
                                      </p:stCondLst>
                                      <p:childTnLst>
                                        <p:set>
                                          <p:cBhvr>
                                            <p:cTn id="40" dur="1" fill="hold">
                                              <p:stCondLst>
                                                <p:cond delay="0"/>
                                              </p:stCondLst>
                                            </p:cTn>
                                            <p:tgtEl>
                                              <p:spTgt spid="7"/>
                                            </p:tgtEl>
                                            <p:attrNameLst>
                                              <p:attrName>style.visibility</p:attrName>
                                            </p:attrNameLst>
                                          </p:cBhvr>
                                          <p:to>
                                            <p:strVal val="visible"/>
                                          </p:to>
                                        </p:set>
                                        <p:anim calcmode="lin" valueType="num" p14:bounceEnd="75000">
                                          <p:cBhvr additive="base">
                                            <p:cTn id="41" dur="2000" fill="hold"/>
                                            <p:tgtEl>
                                              <p:spTgt spid="7"/>
                                            </p:tgtEl>
                                            <p:attrNameLst>
                                              <p:attrName>ppt_x</p:attrName>
                                            </p:attrNameLst>
                                          </p:cBhvr>
                                          <p:tavLst>
                                            <p:tav tm="0">
                                              <p:val>
                                                <p:strVal val="#ppt_x"/>
                                              </p:val>
                                            </p:tav>
                                            <p:tav tm="100000">
                                              <p:val>
                                                <p:strVal val="#ppt_x"/>
                                              </p:val>
                                            </p:tav>
                                          </p:tavLst>
                                        </p:anim>
                                        <p:anim calcmode="lin" valueType="num" p14:bounceEnd="75000">
                                          <p:cBhvr additive="base">
                                            <p:cTn id="42" dur="2000" fill="hold"/>
                                            <p:tgtEl>
                                              <p:spTgt spid="7"/>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6" grpId="0" animBg="1"/>
          <p:bldP spid="80" grpId="0"/>
        </p:bldLst>
      </p:timing>
    </mc:Choice>
    <mc:Fallback xmlns="">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4" fill="hold" grpId="0" nodeType="withEffect">
                                      <p:stCondLst>
                                        <p:cond delay="0"/>
                                      </p:stCondLst>
                                      <p:childTnLst>
                                        <p:set>
                                          <p:cBhvr>
                                            <p:cTn id="6" dur="1" fill="hold">
                                              <p:stCondLst>
                                                <p:cond delay="0"/>
                                              </p:stCondLst>
                                            </p:cTn>
                                            <p:tgtEl>
                                              <p:spTgt spid="66"/>
                                            </p:tgtEl>
                                            <p:attrNameLst>
                                              <p:attrName>style.visibility</p:attrName>
                                            </p:attrNameLst>
                                          </p:cBhvr>
                                          <p:to>
                                            <p:strVal val="visible"/>
                                          </p:to>
                                        </p:set>
                                        <p:anim calcmode="lin" valueType="num">
                                          <p:cBhvr additive="base">
                                            <p:cTn id="7" dur="2000" fill="hold"/>
                                            <p:tgtEl>
                                              <p:spTgt spid="66"/>
                                            </p:tgtEl>
                                            <p:attrNameLst>
                                              <p:attrName>ppt_x</p:attrName>
                                            </p:attrNameLst>
                                          </p:cBhvr>
                                          <p:tavLst>
                                            <p:tav tm="0">
                                              <p:val>
                                                <p:strVal val="#ppt_x"/>
                                              </p:val>
                                            </p:tav>
                                            <p:tav tm="100000">
                                              <p:val>
                                                <p:strVal val="#ppt_x"/>
                                              </p:val>
                                            </p:tav>
                                          </p:tavLst>
                                        </p:anim>
                                        <p:anim calcmode="lin" valueType="num">
                                          <p:cBhvr additive="base">
                                            <p:cTn id="8" dur="2000" fill="hold"/>
                                            <p:tgtEl>
                                              <p:spTgt spid="66"/>
                                            </p:tgtEl>
                                            <p:attrNameLst>
                                              <p:attrName>ppt_y</p:attrName>
                                            </p:attrNameLst>
                                          </p:cBhvr>
                                          <p:tavLst>
                                            <p:tav tm="0">
                                              <p:val>
                                                <p:strVal val="1+#ppt_h/2"/>
                                              </p:val>
                                            </p:tav>
                                            <p:tav tm="100000">
                                              <p:val>
                                                <p:strVal val="#ppt_y"/>
                                              </p:val>
                                            </p:tav>
                                          </p:tavLst>
                                        </p:anim>
                                      </p:childTnLst>
                                    </p:cTn>
                                  </p:par>
                                  <p:par>
                                    <p:cTn id="9" presetID="2" presetClass="entr" presetSubtype="4" fill="hold" grpId="0" nodeType="withEffect">
                                      <p:stCondLst>
                                        <p:cond delay="0"/>
                                      </p:stCondLst>
                                      <p:childTnLst>
                                        <p:set>
                                          <p:cBhvr>
                                            <p:cTn id="10" dur="1" fill="hold">
                                              <p:stCondLst>
                                                <p:cond delay="0"/>
                                              </p:stCondLst>
                                            </p:cTn>
                                            <p:tgtEl>
                                              <p:spTgt spid="80"/>
                                            </p:tgtEl>
                                            <p:attrNameLst>
                                              <p:attrName>style.visibility</p:attrName>
                                            </p:attrNameLst>
                                          </p:cBhvr>
                                          <p:to>
                                            <p:strVal val="visible"/>
                                          </p:to>
                                        </p:set>
                                        <p:anim calcmode="lin" valueType="num">
                                          <p:cBhvr additive="base">
                                            <p:cTn id="11" dur="2000" fill="hold"/>
                                            <p:tgtEl>
                                              <p:spTgt spid="80"/>
                                            </p:tgtEl>
                                            <p:attrNameLst>
                                              <p:attrName>ppt_x</p:attrName>
                                            </p:attrNameLst>
                                          </p:cBhvr>
                                          <p:tavLst>
                                            <p:tav tm="0">
                                              <p:val>
                                                <p:strVal val="#ppt_x"/>
                                              </p:val>
                                            </p:tav>
                                            <p:tav tm="100000">
                                              <p:val>
                                                <p:strVal val="#ppt_x"/>
                                              </p:val>
                                            </p:tav>
                                          </p:tavLst>
                                        </p:anim>
                                        <p:anim calcmode="lin" valueType="num">
                                          <p:cBhvr additive="base">
                                            <p:cTn id="12" dur="2000" fill="hold"/>
                                            <p:tgtEl>
                                              <p:spTgt spid="80"/>
                                            </p:tgtEl>
                                            <p:attrNameLst>
                                              <p:attrName>ppt_y</p:attrName>
                                            </p:attrNameLst>
                                          </p:cBhvr>
                                          <p:tavLst>
                                            <p:tav tm="0">
                                              <p:val>
                                                <p:strVal val="1+#ppt_h/2"/>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5" presetID="2" presetClass="entr" presetSubtype="4" fill="hold" nodeType="clickEffect">
                                      <p:stCondLst>
                                        <p:cond delay="0"/>
                                      </p:stCondLst>
                                      <p:childTnLst>
                                        <p:set>
                                          <p:cBhvr>
                                            <p:cTn id="16" dur="1" fill="hold">
                                              <p:stCondLst>
                                                <p:cond delay="0"/>
                                              </p:stCondLst>
                                            </p:cTn>
                                            <p:tgtEl>
                                              <p:spTgt spid="3"/>
                                            </p:tgtEl>
                                            <p:attrNameLst>
                                              <p:attrName>style.visibility</p:attrName>
                                            </p:attrNameLst>
                                          </p:cBhvr>
                                          <p:to>
                                            <p:strVal val="visible"/>
                                          </p:to>
                                        </p:set>
                                        <p:anim calcmode="lin" valueType="num">
                                          <p:cBhvr additive="base">
                                            <p:cTn id="17" dur="2000" fill="hold"/>
                                            <p:tgtEl>
                                              <p:spTgt spid="3"/>
                                            </p:tgtEl>
                                            <p:attrNameLst>
                                              <p:attrName>ppt_x</p:attrName>
                                            </p:attrNameLst>
                                          </p:cBhvr>
                                          <p:tavLst>
                                            <p:tav tm="0">
                                              <p:val>
                                                <p:strVal val="#ppt_x"/>
                                              </p:val>
                                            </p:tav>
                                            <p:tav tm="100000">
                                              <p:val>
                                                <p:strVal val="#ppt_x"/>
                                              </p:val>
                                            </p:tav>
                                          </p:tavLst>
                                        </p:anim>
                                        <p:anim calcmode="lin" valueType="num">
                                          <p:cBhvr additive="base">
                                            <p:cTn id="18" dur="2000" fill="hold"/>
                                            <p:tgtEl>
                                              <p:spTgt spid="3"/>
                                            </p:tgtEl>
                                            <p:attrNameLst>
                                              <p:attrName>ppt_y</p:attrName>
                                            </p:attrNameLst>
                                          </p:cBhvr>
                                          <p:tavLst>
                                            <p:tav tm="0">
                                              <p:val>
                                                <p:strVal val="1+#ppt_h/2"/>
                                              </p:val>
                                            </p:tav>
                                            <p:tav tm="100000">
                                              <p:val>
                                                <p:strVal val="#ppt_y"/>
                                              </p:val>
                                            </p:tav>
                                          </p:tavLst>
                                        </p:anim>
                                      </p:childTnLst>
                                    </p:cTn>
                                  </p:par>
                                </p:childTnLst>
                              </p:cTn>
                            </p:par>
                          </p:childTnLst>
                        </p:cTn>
                      </p:par>
                      <p:par>
                        <p:cTn id="19" fill="hold">
                          <p:stCondLst>
                            <p:cond delay="indefinite"/>
                          </p:stCondLst>
                          <p:childTnLst>
                            <p:par>
                              <p:cTn id="20" fill="hold">
                                <p:stCondLst>
                                  <p:cond delay="0"/>
                                </p:stCondLst>
                                <p:childTnLst>
                                  <p:par>
                                    <p:cTn id="21" presetID="2" presetClass="entr" presetSubtype="4" fill="hold" nodeType="clickEffect">
                                      <p:stCondLst>
                                        <p:cond delay="0"/>
                                      </p:stCondLst>
                                      <p:childTnLst>
                                        <p:set>
                                          <p:cBhvr>
                                            <p:cTn id="22" dur="1" fill="hold">
                                              <p:stCondLst>
                                                <p:cond delay="0"/>
                                              </p:stCondLst>
                                            </p:cTn>
                                            <p:tgtEl>
                                              <p:spTgt spid="4"/>
                                            </p:tgtEl>
                                            <p:attrNameLst>
                                              <p:attrName>style.visibility</p:attrName>
                                            </p:attrNameLst>
                                          </p:cBhvr>
                                          <p:to>
                                            <p:strVal val="visible"/>
                                          </p:to>
                                        </p:set>
                                        <p:anim calcmode="lin" valueType="num">
                                          <p:cBhvr additive="base">
                                            <p:cTn id="23" dur="2000" fill="hold"/>
                                            <p:tgtEl>
                                              <p:spTgt spid="4"/>
                                            </p:tgtEl>
                                            <p:attrNameLst>
                                              <p:attrName>ppt_x</p:attrName>
                                            </p:attrNameLst>
                                          </p:cBhvr>
                                          <p:tavLst>
                                            <p:tav tm="0">
                                              <p:val>
                                                <p:strVal val="#ppt_x"/>
                                              </p:val>
                                            </p:tav>
                                            <p:tav tm="100000">
                                              <p:val>
                                                <p:strVal val="#ppt_x"/>
                                              </p:val>
                                            </p:tav>
                                          </p:tavLst>
                                        </p:anim>
                                        <p:anim calcmode="lin" valueType="num">
                                          <p:cBhvr additive="base">
                                            <p:cTn id="24" dur="2000" fill="hold"/>
                                            <p:tgtEl>
                                              <p:spTgt spid="4"/>
                                            </p:tgtEl>
                                            <p:attrNameLst>
                                              <p:attrName>ppt_y</p:attrName>
                                            </p:attrNameLst>
                                          </p:cBhvr>
                                          <p:tavLst>
                                            <p:tav tm="0">
                                              <p:val>
                                                <p:strVal val="1+#ppt_h/2"/>
                                              </p:val>
                                            </p:tav>
                                            <p:tav tm="100000">
                                              <p:val>
                                                <p:strVal val="#ppt_y"/>
                                              </p:val>
                                            </p:tav>
                                          </p:tavLst>
                                        </p:anim>
                                      </p:childTnLst>
                                    </p:cTn>
                                  </p:par>
                                </p:childTnLst>
                              </p:cTn>
                            </p:par>
                          </p:childTnLst>
                        </p:cTn>
                      </p:par>
                      <p:par>
                        <p:cTn id="25" fill="hold">
                          <p:stCondLst>
                            <p:cond delay="indefinite"/>
                          </p:stCondLst>
                          <p:childTnLst>
                            <p:par>
                              <p:cTn id="26" fill="hold">
                                <p:stCondLst>
                                  <p:cond delay="0"/>
                                </p:stCondLst>
                                <p:childTnLst>
                                  <p:par>
                                    <p:cTn id="27" presetID="2" presetClass="entr" presetSubtype="4" fill="hold" nodeType="clickEffect">
                                      <p:stCondLst>
                                        <p:cond delay="0"/>
                                      </p:stCondLst>
                                      <p:childTnLst>
                                        <p:set>
                                          <p:cBhvr>
                                            <p:cTn id="28" dur="1" fill="hold">
                                              <p:stCondLst>
                                                <p:cond delay="0"/>
                                              </p:stCondLst>
                                            </p:cTn>
                                            <p:tgtEl>
                                              <p:spTgt spid="5"/>
                                            </p:tgtEl>
                                            <p:attrNameLst>
                                              <p:attrName>style.visibility</p:attrName>
                                            </p:attrNameLst>
                                          </p:cBhvr>
                                          <p:to>
                                            <p:strVal val="visible"/>
                                          </p:to>
                                        </p:set>
                                        <p:anim calcmode="lin" valueType="num">
                                          <p:cBhvr additive="base">
                                            <p:cTn id="29" dur="2000" fill="hold"/>
                                            <p:tgtEl>
                                              <p:spTgt spid="5"/>
                                            </p:tgtEl>
                                            <p:attrNameLst>
                                              <p:attrName>ppt_x</p:attrName>
                                            </p:attrNameLst>
                                          </p:cBhvr>
                                          <p:tavLst>
                                            <p:tav tm="0">
                                              <p:val>
                                                <p:strVal val="#ppt_x"/>
                                              </p:val>
                                            </p:tav>
                                            <p:tav tm="100000">
                                              <p:val>
                                                <p:strVal val="#ppt_x"/>
                                              </p:val>
                                            </p:tav>
                                          </p:tavLst>
                                        </p:anim>
                                        <p:anim calcmode="lin" valueType="num">
                                          <p:cBhvr additive="base">
                                            <p:cTn id="30" dur="2000" fill="hold"/>
                                            <p:tgtEl>
                                              <p:spTgt spid="5"/>
                                            </p:tgtEl>
                                            <p:attrNameLst>
                                              <p:attrName>ppt_y</p:attrName>
                                            </p:attrNameLst>
                                          </p:cBhvr>
                                          <p:tavLst>
                                            <p:tav tm="0">
                                              <p:val>
                                                <p:strVal val="1+#ppt_h/2"/>
                                              </p:val>
                                            </p:tav>
                                            <p:tav tm="100000">
                                              <p:val>
                                                <p:strVal val="#ppt_y"/>
                                              </p:val>
                                            </p:tav>
                                          </p:tavLst>
                                        </p:anim>
                                      </p:childTnLst>
                                    </p:cTn>
                                  </p:par>
                                </p:childTnLst>
                              </p:cTn>
                            </p:par>
                          </p:childTnLst>
                        </p:cTn>
                      </p:par>
                      <p:par>
                        <p:cTn id="31" fill="hold">
                          <p:stCondLst>
                            <p:cond delay="indefinite"/>
                          </p:stCondLst>
                          <p:childTnLst>
                            <p:par>
                              <p:cTn id="32" fill="hold">
                                <p:stCondLst>
                                  <p:cond delay="0"/>
                                </p:stCondLst>
                                <p:childTnLst>
                                  <p:par>
                                    <p:cTn id="33" presetID="2" presetClass="entr" presetSubtype="4" fill="hold" nodeType="clickEffect">
                                      <p:stCondLst>
                                        <p:cond delay="0"/>
                                      </p:stCondLst>
                                      <p:childTnLst>
                                        <p:set>
                                          <p:cBhvr>
                                            <p:cTn id="34" dur="1" fill="hold">
                                              <p:stCondLst>
                                                <p:cond delay="0"/>
                                              </p:stCondLst>
                                            </p:cTn>
                                            <p:tgtEl>
                                              <p:spTgt spid="6"/>
                                            </p:tgtEl>
                                            <p:attrNameLst>
                                              <p:attrName>style.visibility</p:attrName>
                                            </p:attrNameLst>
                                          </p:cBhvr>
                                          <p:to>
                                            <p:strVal val="visible"/>
                                          </p:to>
                                        </p:set>
                                        <p:anim calcmode="lin" valueType="num">
                                          <p:cBhvr additive="base">
                                            <p:cTn id="35" dur="2000" fill="hold"/>
                                            <p:tgtEl>
                                              <p:spTgt spid="6"/>
                                            </p:tgtEl>
                                            <p:attrNameLst>
                                              <p:attrName>ppt_x</p:attrName>
                                            </p:attrNameLst>
                                          </p:cBhvr>
                                          <p:tavLst>
                                            <p:tav tm="0">
                                              <p:val>
                                                <p:strVal val="#ppt_x"/>
                                              </p:val>
                                            </p:tav>
                                            <p:tav tm="100000">
                                              <p:val>
                                                <p:strVal val="#ppt_x"/>
                                              </p:val>
                                            </p:tav>
                                          </p:tavLst>
                                        </p:anim>
                                        <p:anim calcmode="lin" valueType="num">
                                          <p:cBhvr additive="base">
                                            <p:cTn id="36" dur="2000" fill="hold"/>
                                            <p:tgtEl>
                                              <p:spTgt spid="6"/>
                                            </p:tgtEl>
                                            <p:attrNameLst>
                                              <p:attrName>ppt_y</p:attrName>
                                            </p:attrNameLst>
                                          </p:cBhvr>
                                          <p:tavLst>
                                            <p:tav tm="0">
                                              <p:val>
                                                <p:strVal val="1+#ppt_h/2"/>
                                              </p:val>
                                            </p:tav>
                                            <p:tav tm="100000">
                                              <p:val>
                                                <p:strVal val="#ppt_y"/>
                                              </p:val>
                                            </p:tav>
                                          </p:tavLst>
                                        </p:anim>
                                      </p:childTnLst>
                                    </p:cTn>
                                  </p:par>
                                </p:childTnLst>
                              </p:cTn>
                            </p:par>
                          </p:childTnLst>
                        </p:cTn>
                      </p:par>
                      <p:par>
                        <p:cTn id="37" fill="hold">
                          <p:stCondLst>
                            <p:cond delay="indefinite"/>
                          </p:stCondLst>
                          <p:childTnLst>
                            <p:par>
                              <p:cTn id="38" fill="hold">
                                <p:stCondLst>
                                  <p:cond delay="0"/>
                                </p:stCondLst>
                                <p:childTnLst>
                                  <p:par>
                                    <p:cTn id="39" presetID="2" presetClass="entr" presetSubtype="4" fill="hold" nodeType="clickEffect">
                                      <p:stCondLst>
                                        <p:cond delay="0"/>
                                      </p:stCondLst>
                                      <p:childTnLst>
                                        <p:set>
                                          <p:cBhvr>
                                            <p:cTn id="40" dur="1" fill="hold">
                                              <p:stCondLst>
                                                <p:cond delay="0"/>
                                              </p:stCondLst>
                                            </p:cTn>
                                            <p:tgtEl>
                                              <p:spTgt spid="7"/>
                                            </p:tgtEl>
                                            <p:attrNameLst>
                                              <p:attrName>style.visibility</p:attrName>
                                            </p:attrNameLst>
                                          </p:cBhvr>
                                          <p:to>
                                            <p:strVal val="visible"/>
                                          </p:to>
                                        </p:set>
                                        <p:anim calcmode="lin" valueType="num">
                                          <p:cBhvr additive="base">
                                            <p:cTn id="41" dur="2000" fill="hold"/>
                                            <p:tgtEl>
                                              <p:spTgt spid="7"/>
                                            </p:tgtEl>
                                            <p:attrNameLst>
                                              <p:attrName>ppt_x</p:attrName>
                                            </p:attrNameLst>
                                          </p:cBhvr>
                                          <p:tavLst>
                                            <p:tav tm="0">
                                              <p:val>
                                                <p:strVal val="#ppt_x"/>
                                              </p:val>
                                            </p:tav>
                                            <p:tav tm="100000">
                                              <p:val>
                                                <p:strVal val="#ppt_x"/>
                                              </p:val>
                                            </p:tav>
                                          </p:tavLst>
                                        </p:anim>
                                        <p:anim calcmode="lin" valueType="num">
                                          <p:cBhvr additive="base">
                                            <p:cTn id="42" dur="2000" fill="hold"/>
                                            <p:tgtEl>
                                              <p:spTgt spid="7"/>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6" grpId="0" animBg="1"/>
          <p:bldP spid="80" grpId="0"/>
        </p:bldLst>
      </p:timing>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1"/>
          <p:cNvGraphicFramePr>
            <a:graphicFrameLocks noGrp="1"/>
          </p:cNvGraphicFramePr>
          <p:nvPr>
            <p:extLst>
              <p:ext uri="{D42A27DB-BD31-4B8C-83A1-F6EECF244321}">
                <p14:modId xmlns:p14="http://schemas.microsoft.com/office/powerpoint/2010/main" val="2569377071"/>
              </p:ext>
            </p:extLst>
          </p:nvPr>
        </p:nvGraphicFramePr>
        <p:xfrm>
          <a:off x="0" y="-1"/>
          <a:ext cx="12191999" cy="6858000"/>
        </p:xfrm>
        <a:graphic>
          <a:graphicData uri="http://schemas.openxmlformats.org/drawingml/2006/table">
            <a:tbl>
              <a:tblPr firstRow="1" bandRow="1">
                <a:tableStyleId>{5C22544A-7EE6-4342-B048-85BDC9FD1C3A}</a:tableStyleId>
              </a:tblPr>
              <a:tblGrid>
                <a:gridCol w="3018459">
                  <a:extLst>
                    <a:ext uri="{9D8B030D-6E8A-4147-A177-3AD203B41FA5}">
                      <a16:colId xmlns:a16="http://schemas.microsoft.com/office/drawing/2014/main" val="2428921252"/>
                    </a:ext>
                  </a:extLst>
                </a:gridCol>
                <a:gridCol w="4951331">
                  <a:extLst>
                    <a:ext uri="{9D8B030D-6E8A-4147-A177-3AD203B41FA5}">
                      <a16:colId xmlns:a16="http://schemas.microsoft.com/office/drawing/2014/main" val="2988285617"/>
                    </a:ext>
                  </a:extLst>
                </a:gridCol>
                <a:gridCol w="4222209">
                  <a:extLst>
                    <a:ext uri="{9D8B030D-6E8A-4147-A177-3AD203B41FA5}">
                      <a16:colId xmlns:a16="http://schemas.microsoft.com/office/drawing/2014/main" val="1985316698"/>
                    </a:ext>
                  </a:extLst>
                </a:gridCol>
              </a:tblGrid>
              <a:tr h="1280428">
                <a:tc>
                  <a:txBody>
                    <a:bodyPr/>
                    <a:lstStyle/>
                    <a:p>
                      <a:pPr algn="ctr"/>
                      <a:r>
                        <a:rPr lang="en-US" b="1" dirty="0"/>
                        <a:t>Aspect</a:t>
                      </a:r>
                    </a:p>
                  </a:txBody>
                  <a:tcPr anchor="ctr"/>
                </a:tc>
                <a:tc>
                  <a:txBody>
                    <a:bodyPr/>
                    <a:lstStyle/>
                    <a:p>
                      <a:pPr algn="ctr"/>
                      <a:r>
                        <a:rPr lang="en-US" b="1" dirty="0"/>
                        <a:t>Existing System</a:t>
                      </a:r>
                    </a:p>
                  </a:txBody>
                  <a:tcPr anchor="ctr"/>
                </a:tc>
                <a:tc>
                  <a:txBody>
                    <a:bodyPr/>
                    <a:lstStyle/>
                    <a:p>
                      <a:pPr algn="ctr"/>
                      <a:r>
                        <a:rPr lang="en-US" b="1" dirty="0"/>
                        <a:t>Proposed System (AyurSense)</a:t>
                      </a:r>
                    </a:p>
                  </a:txBody>
                  <a:tcPr anchor="ctr"/>
                </a:tc>
                <a:extLst>
                  <a:ext uri="{0D108BD9-81ED-4DB2-BD59-A6C34878D82A}">
                    <a16:rowId xmlns:a16="http://schemas.microsoft.com/office/drawing/2014/main" val="3264183941"/>
                  </a:ext>
                </a:extLst>
              </a:tr>
              <a:tr h="1394393">
                <a:tc>
                  <a:txBody>
                    <a:bodyPr/>
                    <a:lstStyle/>
                    <a:p>
                      <a:pPr algn="l"/>
                      <a:r>
                        <a:rPr lang="en-US" b="1" dirty="0"/>
                        <a:t>User Approach</a:t>
                      </a:r>
                    </a:p>
                  </a:txBody>
                  <a:tcPr anchor="ctr"/>
                </a:tc>
                <a:tc>
                  <a:txBody>
                    <a:bodyPr/>
                    <a:lstStyle/>
                    <a:p>
                      <a:r>
                        <a:rPr lang="en-US" dirty="0"/>
                        <a:t>People rely on Google, YouTube, or random online sources. </a:t>
                      </a:r>
                      <a:br>
                        <a:rPr lang="en-US" dirty="0"/>
                      </a:br>
                      <a:r>
                        <a:rPr lang="en-US" dirty="0"/>
                        <a:t>Most advice is generic and not tailored to an individual’s specific health needs.</a:t>
                      </a:r>
                    </a:p>
                  </a:txBody>
                  <a:tcPr/>
                </a:tc>
                <a:tc>
                  <a:txBody>
                    <a:bodyPr/>
                    <a:lstStyle/>
                    <a:p>
                      <a:r>
                        <a:rPr lang="en-US" dirty="0"/>
                        <a:t>AI-powered quiz analyzes user responses. </a:t>
                      </a:r>
                      <a:br>
                        <a:rPr lang="en-US" dirty="0"/>
                      </a:br>
                      <a:r>
                        <a:rPr lang="en-US" dirty="0"/>
                        <a:t>Recommendations are personalized for each user.</a:t>
                      </a:r>
                    </a:p>
                  </a:txBody>
                  <a:tcPr/>
                </a:tc>
                <a:extLst>
                  <a:ext uri="{0D108BD9-81ED-4DB2-BD59-A6C34878D82A}">
                    <a16:rowId xmlns:a16="http://schemas.microsoft.com/office/drawing/2014/main" val="1183038530"/>
                  </a:ext>
                </a:extLst>
              </a:tr>
              <a:tr h="1394393">
                <a:tc>
                  <a:txBody>
                    <a:bodyPr/>
                    <a:lstStyle/>
                    <a:p>
                      <a:pPr algn="l"/>
                      <a:r>
                        <a:rPr lang="en-US" b="1" dirty="0"/>
                        <a:t>Remedies</a:t>
                      </a:r>
                    </a:p>
                  </a:txBody>
                  <a:tcPr/>
                </a:tc>
                <a:tc>
                  <a:txBody>
                    <a:bodyPr/>
                    <a:lstStyle/>
                    <a:p>
                      <a:r>
                        <a:rPr lang="en-US" dirty="0"/>
                        <a:t>Difficult to find trusted and authentic Ayurvedic remedies. </a:t>
                      </a:r>
                      <a:br>
                        <a:rPr lang="en-US" dirty="0"/>
                      </a:br>
                      <a:r>
                        <a:rPr lang="en-US" dirty="0"/>
                        <a:t>Users may follow incorrect or ineffective tips.</a:t>
                      </a:r>
                    </a:p>
                  </a:txBody>
                  <a:tcPr/>
                </a:tc>
                <a:tc>
                  <a:txBody>
                    <a:bodyPr/>
                    <a:lstStyle/>
                    <a:p>
                      <a:r>
                        <a:rPr lang="en-US" dirty="0"/>
                        <a:t>Provides reliable and authentic Ayurvedic remedies. </a:t>
                      </a:r>
                      <a:br>
                        <a:rPr lang="en-US" dirty="0"/>
                      </a:br>
                      <a:r>
                        <a:rPr lang="en-US" dirty="0"/>
                        <a:t>Suggestions include yoga and diet tailored to the user’s health profile.</a:t>
                      </a:r>
                    </a:p>
                  </a:txBody>
                  <a:tcPr/>
                </a:tc>
                <a:extLst>
                  <a:ext uri="{0D108BD9-81ED-4DB2-BD59-A6C34878D82A}">
                    <a16:rowId xmlns:a16="http://schemas.microsoft.com/office/drawing/2014/main" val="3379560006"/>
                  </a:ext>
                </a:extLst>
              </a:tr>
              <a:tr h="1394393">
                <a:tc>
                  <a:txBody>
                    <a:bodyPr/>
                    <a:lstStyle/>
                    <a:p>
                      <a:pPr algn="l"/>
                      <a:r>
                        <a:rPr lang="en-US" b="1" dirty="0"/>
                        <a:t>Accessibility</a:t>
                      </a:r>
                    </a:p>
                  </a:txBody>
                  <a:tcPr/>
                </a:tc>
                <a:tc>
                  <a:txBody>
                    <a:bodyPr/>
                    <a:lstStyle/>
                    <a:p>
                      <a:r>
                        <a:rPr lang="en-US" dirty="0"/>
                        <a:t>Information scattered across multiple sources. </a:t>
                      </a:r>
                      <a:br>
                        <a:rPr lang="en-US" dirty="0"/>
                      </a:br>
                      <a:r>
                        <a:rPr lang="en-US" dirty="0"/>
                        <a:t>Users spend time searching and verifying.</a:t>
                      </a:r>
                    </a:p>
                  </a:txBody>
                  <a:tcPr/>
                </a:tc>
                <a:tc>
                  <a:txBody>
                    <a:bodyPr/>
                    <a:lstStyle/>
                    <a:p>
                      <a:r>
                        <a:rPr lang="en-US" dirty="0"/>
                        <a:t>All information centralized in one user-friendly website. </a:t>
                      </a:r>
                      <a:br>
                        <a:rPr lang="en-US" dirty="0"/>
                      </a:br>
                      <a:r>
                        <a:rPr lang="en-US" dirty="0"/>
                        <a:t>Users can easily access personalized guidance anytime.</a:t>
                      </a:r>
                    </a:p>
                  </a:txBody>
                  <a:tcPr/>
                </a:tc>
                <a:extLst>
                  <a:ext uri="{0D108BD9-81ED-4DB2-BD59-A6C34878D82A}">
                    <a16:rowId xmlns:a16="http://schemas.microsoft.com/office/drawing/2014/main" val="920253422"/>
                  </a:ext>
                </a:extLst>
              </a:tr>
              <a:tr h="1394393">
                <a:tc>
                  <a:txBody>
                    <a:bodyPr/>
                    <a:lstStyle/>
                    <a:p>
                      <a:pPr algn="l"/>
                      <a:br>
                        <a:rPr lang="en-US" b="1" dirty="0"/>
                      </a:br>
                      <a:r>
                        <a:rPr lang="en-US" b="1" dirty="0"/>
                        <a:t>Awareness</a:t>
                      </a:r>
                    </a:p>
                  </a:txBody>
                  <a:tcPr/>
                </a:tc>
                <a:tc>
                  <a:txBody>
                    <a:bodyPr/>
                    <a:lstStyle/>
                    <a:p>
                      <a:br>
                        <a:rPr lang="en-US" dirty="0"/>
                      </a:br>
                      <a:r>
                        <a:rPr lang="en-US" dirty="0"/>
                        <a:t>Low awareness of Ayurveda and its benefits.</a:t>
                      </a:r>
                    </a:p>
                  </a:txBody>
                  <a:tcPr/>
                </a:tc>
                <a:tc>
                  <a:txBody>
                    <a:bodyPr/>
                    <a:lstStyle/>
                    <a:p>
                      <a:br>
                        <a:rPr lang="en-US" dirty="0"/>
                      </a:br>
                      <a:r>
                        <a:rPr lang="en-US" dirty="0"/>
                        <a:t>Educates users about Ayurveda and its personalized benefits</a:t>
                      </a:r>
                    </a:p>
                  </a:txBody>
                  <a:tcPr/>
                </a:tc>
                <a:extLst>
                  <a:ext uri="{0D108BD9-81ED-4DB2-BD59-A6C34878D82A}">
                    <a16:rowId xmlns:a16="http://schemas.microsoft.com/office/drawing/2014/main" val="2378104790"/>
                  </a:ext>
                </a:extLst>
              </a:tr>
            </a:tbl>
          </a:graphicData>
        </a:graphic>
      </p:graphicFrame>
    </p:spTree>
    <p:extLst>
      <p:ext uri="{BB962C8B-B14F-4D97-AF65-F5344CB8AC3E}">
        <p14:creationId xmlns:p14="http://schemas.microsoft.com/office/powerpoint/2010/main" val="400438616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2000" cy="6858000"/>
          </a:xfrm>
          <a:prstGeom prst="rect">
            <a:avLst/>
          </a:prstGeom>
          <a:solidFill>
            <a:schemeClr val="tx2">
              <a:lumMod val="40000"/>
              <a:lumOff val="60000"/>
            </a:schemeClr>
          </a:solidFill>
          <a:ln>
            <a:noFill/>
          </a:ln>
          <a:effectLst>
            <a:outerShdw blurRad="149987" dist="250190" dir="8460000" algn="ctr">
              <a:srgbClr val="000000">
                <a:alpha val="28000"/>
              </a:srgbClr>
            </a:outerShdw>
          </a:effectLst>
          <a:scene3d>
            <a:camera prst="orthographicFront">
              <a:rot lat="0" lon="0" rev="0"/>
            </a:camera>
            <a:lightRig rig="contrasting" dir="t">
              <a:rot lat="0" lon="0" rev="1500000"/>
            </a:lightRig>
          </a:scene3d>
          <a:sp3d prstMaterial="metal">
            <a:bevelT w="88900" h="889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Rounded Rectangle 2"/>
          <p:cNvSpPr/>
          <p:nvPr/>
        </p:nvSpPr>
        <p:spPr>
          <a:xfrm>
            <a:off x="3338803" y="2792185"/>
            <a:ext cx="5514391" cy="1273629"/>
          </a:xfrm>
          <a:prstGeom prst="roundRect">
            <a:avLst>
              <a:gd name="adj" fmla="val 50000"/>
            </a:avLst>
          </a:prstGeom>
          <a:solidFill>
            <a:schemeClr val="accent6">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Donut 3"/>
          <p:cNvSpPr/>
          <p:nvPr/>
        </p:nvSpPr>
        <p:spPr>
          <a:xfrm>
            <a:off x="2961328" y="2422458"/>
            <a:ext cx="2127379" cy="2099389"/>
          </a:xfrm>
          <a:prstGeom prst="donut">
            <a:avLst/>
          </a:prstGeom>
          <a:solidFill>
            <a:schemeClr val="accent6">
              <a:lumMod val="60000"/>
              <a:lumOff val="40000"/>
            </a:schemeClr>
          </a:solidFill>
          <a:ln>
            <a:noFill/>
          </a:ln>
          <a:effectLst>
            <a:outerShdw blurRad="149987" dist="250190" dir="8460000" algn="ctr">
              <a:srgbClr val="000000">
                <a:alpha val="28000"/>
              </a:srgbClr>
            </a:outerShdw>
          </a:effectLst>
          <a:scene3d>
            <a:camera prst="orthographicFront">
              <a:rot lat="0" lon="0" rev="0"/>
            </a:camera>
            <a:lightRig rig="contrasting" dir="t">
              <a:rot lat="0" lon="0" rev="1500000"/>
            </a:lightRig>
          </a:scene3d>
          <a:sp3d prstMaterial="metal">
            <a:bevelT w="88900" h="889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5" name="Donut 4"/>
          <p:cNvSpPr/>
          <p:nvPr/>
        </p:nvSpPr>
        <p:spPr>
          <a:xfrm>
            <a:off x="7116146" y="2285999"/>
            <a:ext cx="2295330" cy="2286000"/>
          </a:xfrm>
          <a:prstGeom prst="donut">
            <a:avLst/>
          </a:prstGeom>
          <a:solidFill>
            <a:schemeClr val="accent6">
              <a:lumMod val="60000"/>
              <a:lumOff val="40000"/>
            </a:schemeClr>
          </a:solidFill>
          <a:ln>
            <a:noFill/>
          </a:ln>
          <a:effectLst>
            <a:outerShdw blurRad="149987" dist="250190" dir="8460000" algn="ctr">
              <a:srgbClr val="000000">
                <a:alpha val="28000"/>
              </a:srgbClr>
            </a:outerShdw>
          </a:effectLst>
          <a:scene3d>
            <a:camera prst="orthographicFront">
              <a:rot lat="0" lon="0" rev="0"/>
            </a:camera>
            <a:lightRig rig="contrasting" dir="t">
              <a:rot lat="0" lon="0" rev="1500000"/>
            </a:lightRig>
          </a:scene3d>
          <a:sp3d prstMaterial="metal">
            <a:bevelT w="88900" h="889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pic>
        <p:nvPicPr>
          <p:cNvPr id="6" name="Picture 5"/>
          <p:cNvPicPr>
            <a:picLocks noChangeAspect="1"/>
          </p:cNvPicPr>
          <p:nvPr/>
        </p:nvPicPr>
        <p:blipFill>
          <a:blip r:embed="rId2">
            <a:lum bright="70000" contrast="-70000"/>
            <a:extLst>
              <a:ext uri="{28A0092B-C50C-407E-A947-70E740481C1C}">
                <a14:useLocalDpi xmlns:a14="http://schemas.microsoft.com/office/drawing/2010/main" val="0"/>
              </a:ext>
            </a:extLst>
          </a:blip>
          <a:stretch>
            <a:fillRect/>
          </a:stretch>
        </p:blipFill>
        <p:spPr>
          <a:xfrm>
            <a:off x="3634861" y="2997070"/>
            <a:ext cx="766057" cy="906576"/>
          </a:xfrm>
          <a:prstGeom prst="rect">
            <a:avLst/>
          </a:prstGeom>
        </p:spPr>
      </p:pic>
      <p:pic>
        <p:nvPicPr>
          <p:cNvPr id="7" name="Picture 6"/>
          <p:cNvPicPr>
            <a:picLocks noChangeAspect="1"/>
          </p:cNvPicPr>
          <p:nvPr/>
        </p:nvPicPr>
        <p:blipFill rotWithShape="1">
          <a:blip r:embed="rId3">
            <a:lum bright="70000" contrast="-70000"/>
            <a:extLst>
              <a:ext uri="{28A0092B-C50C-407E-A947-70E740481C1C}">
                <a14:useLocalDpi xmlns:a14="http://schemas.microsoft.com/office/drawing/2010/main" val="0"/>
              </a:ext>
            </a:extLst>
          </a:blip>
          <a:srcRect l="-2268" t="-4624" r="2268" b="19834"/>
          <a:stretch/>
        </p:blipFill>
        <p:spPr>
          <a:xfrm>
            <a:off x="7469836" y="2605456"/>
            <a:ext cx="1505266" cy="1376771"/>
          </a:xfrm>
          <a:prstGeom prst="rect">
            <a:avLst/>
          </a:prstGeom>
        </p:spPr>
      </p:pic>
      <p:sp>
        <p:nvSpPr>
          <p:cNvPr id="8" name="TextBox 7"/>
          <p:cNvSpPr txBox="1"/>
          <p:nvPr/>
        </p:nvSpPr>
        <p:spPr>
          <a:xfrm>
            <a:off x="4957700" y="2924509"/>
            <a:ext cx="2276596" cy="738664"/>
          </a:xfrm>
          <a:prstGeom prst="rect">
            <a:avLst/>
          </a:prstGeom>
          <a:noFill/>
        </p:spPr>
        <p:txBody>
          <a:bodyPr wrap="square" rtlCol="0">
            <a:spAutoFit/>
          </a:bodyPr>
          <a:lstStyle/>
          <a:p>
            <a:pPr algn="ctr"/>
            <a:br>
              <a:rPr lang="en-US" dirty="0"/>
            </a:br>
            <a:r>
              <a:rPr lang="en-US" sz="2400" b="1" dirty="0">
                <a:solidFill>
                  <a:schemeClr val="accent6">
                    <a:lumMod val="20000"/>
                    <a:lumOff val="80000"/>
                  </a:schemeClr>
                </a:solidFill>
                <a:latin typeface="+mj-lt"/>
              </a:rPr>
              <a:t>METHODOLOGY</a:t>
            </a:r>
          </a:p>
        </p:txBody>
      </p:sp>
      <p:grpSp>
        <p:nvGrpSpPr>
          <p:cNvPr id="24" name="Group 23"/>
          <p:cNvGrpSpPr/>
          <p:nvPr/>
        </p:nvGrpSpPr>
        <p:grpSpPr>
          <a:xfrm>
            <a:off x="1362267" y="183370"/>
            <a:ext cx="2369976" cy="2006082"/>
            <a:chOff x="1362267" y="183370"/>
            <a:chExt cx="2369976" cy="2006082"/>
          </a:xfrm>
        </p:grpSpPr>
        <p:sp>
          <p:nvSpPr>
            <p:cNvPr id="12" name="Freeform 11"/>
            <p:cNvSpPr/>
            <p:nvPr/>
          </p:nvSpPr>
          <p:spPr>
            <a:xfrm>
              <a:off x="1362267" y="183370"/>
              <a:ext cx="2369976" cy="2006082"/>
            </a:xfrm>
            <a:custGeom>
              <a:avLst/>
              <a:gdLst>
                <a:gd name="connsiteX0" fmla="*/ 501521 w 2369976"/>
                <a:gd name="connsiteY0" fmla="*/ 0 h 2006082"/>
                <a:gd name="connsiteX1" fmla="*/ 1868456 w 2369976"/>
                <a:gd name="connsiteY1" fmla="*/ 0 h 2006082"/>
                <a:gd name="connsiteX2" fmla="*/ 2369976 w 2369976"/>
                <a:gd name="connsiteY2" fmla="*/ 1003041 h 2006082"/>
                <a:gd name="connsiteX3" fmla="*/ 1868456 w 2369976"/>
                <a:gd name="connsiteY3" fmla="*/ 2006082 h 2006082"/>
                <a:gd name="connsiteX4" fmla="*/ 501521 w 2369976"/>
                <a:gd name="connsiteY4" fmla="*/ 2006082 h 2006082"/>
                <a:gd name="connsiteX5" fmla="*/ 0 w 2369976"/>
                <a:gd name="connsiteY5" fmla="*/ 1003041 h 200608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369976" h="2006082">
                  <a:moveTo>
                    <a:pt x="501521" y="0"/>
                  </a:moveTo>
                  <a:lnTo>
                    <a:pt x="1868456" y="0"/>
                  </a:lnTo>
                  <a:lnTo>
                    <a:pt x="2369976" y="1003041"/>
                  </a:lnTo>
                  <a:lnTo>
                    <a:pt x="1868456" y="2006082"/>
                  </a:lnTo>
                  <a:lnTo>
                    <a:pt x="501521" y="2006082"/>
                  </a:lnTo>
                  <a:lnTo>
                    <a:pt x="0" y="1003041"/>
                  </a:lnTo>
                  <a:close/>
                </a:path>
              </a:pathLst>
            </a:custGeom>
            <a:gradFill flip="none" rotWithShape="1">
              <a:gsLst>
                <a:gs pos="0">
                  <a:schemeClr val="accent6">
                    <a:lumMod val="20000"/>
                    <a:lumOff val="80000"/>
                    <a:shade val="30000"/>
                    <a:satMod val="115000"/>
                  </a:schemeClr>
                </a:gs>
                <a:gs pos="50000">
                  <a:schemeClr val="accent6">
                    <a:lumMod val="20000"/>
                    <a:lumOff val="80000"/>
                    <a:shade val="67500"/>
                    <a:satMod val="115000"/>
                  </a:schemeClr>
                </a:gs>
                <a:gs pos="100000">
                  <a:schemeClr val="accent6">
                    <a:lumMod val="20000"/>
                    <a:lumOff val="80000"/>
                    <a:shade val="100000"/>
                    <a:satMod val="115000"/>
                  </a:schemeClr>
                </a:gs>
              </a:gsLst>
              <a:path path="circle">
                <a:fillToRect l="50000" t="50000" r="50000" b="50000"/>
              </a:path>
              <a:tileRect/>
            </a:gradFill>
            <a:ln>
              <a:no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TextBox 17"/>
            <p:cNvSpPr txBox="1"/>
            <p:nvPr/>
          </p:nvSpPr>
          <p:spPr>
            <a:xfrm>
              <a:off x="1592906" y="518963"/>
              <a:ext cx="1908698" cy="1323439"/>
            </a:xfrm>
            <a:prstGeom prst="rect">
              <a:avLst/>
            </a:prstGeom>
            <a:noFill/>
          </p:spPr>
          <p:txBody>
            <a:bodyPr wrap="square" rtlCol="0">
              <a:spAutoFit/>
            </a:bodyPr>
            <a:lstStyle/>
            <a:p>
              <a:pPr algn="ctr"/>
              <a:r>
                <a:rPr lang="en-US" sz="1600" b="1" dirty="0">
                  <a:solidFill>
                    <a:schemeClr val="accent5">
                      <a:lumMod val="75000"/>
                    </a:schemeClr>
                  </a:solidFill>
                  <a:latin typeface="+mj-lt"/>
                </a:rPr>
                <a:t>Requirement Analysis</a:t>
              </a:r>
              <a:br>
                <a:rPr lang="en-US" dirty="0">
                  <a:solidFill>
                    <a:schemeClr val="accent5">
                      <a:lumMod val="75000"/>
                    </a:schemeClr>
                  </a:solidFill>
                  <a:latin typeface="+mj-lt"/>
                </a:rPr>
              </a:br>
              <a:r>
                <a:rPr lang="en-US" sz="1600" dirty="0">
                  <a:solidFill>
                    <a:schemeClr val="accent5">
                      <a:lumMod val="75000"/>
                    </a:schemeClr>
                  </a:solidFill>
                  <a:latin typeface="+mj-lt"/>
                </a:rPr>
                <a:t>Studied user needs and identified problems in existing systems.</a:t>
              </a:r>
            </a:p>
          </p:txBody>
        </p:sp>
      </p:grpSp>
      <p:grpSp>
        <p:nvGrpSpPr>
          <p:cNvPr id="25" name="Group 24"/>
          <p:cNvGrpSpPr/>
          <p:nvPr/>
        </p:nvGrpSpPr>
        <p:grpSpPr>
          <a:xfrm>
            <a:off x="159379" y="2425957"/>
            <a:ext cx="2369976" cy="2006082"/>
            <a:chOff x="159379" y="2425957"/>
            <a:chExt cx="2369976" cy="2006082"/>
          </a:xfrm>
        </p:grpSpPr>
        <p:sp>
          <p:nvSpPr>
            <p:cNvPr id="14" name="Freeform 13"/>
            <p:cNvSpPr/>
            <p:nvPr/>
          </p:nvSpPr>
          <p:spPr>
            <a:xfrm>
              <a:off x="159379" y="2425957"/>
              <a:ext cx="2369976" cy="2006082"/>
            </a:xfrm>
            <a:custGeom>
              <a:avLst/>
              <a:gdLst>
                <a:gd name="connsiteX0" fmla="*/ 501521 w 2369976"/>
                <a:gd name="connsiteY0" fmla="*/ 0 h 2006082"/>
                <a:gd name="connsiteX1" fmla="*/ 1868456 w 2369976"/>
                <a:gd name="connsiteY1" fmla="*/ 0 h 2006082"/>
                <a:gd name="connsiteX2" fmla="*/ 2369976 w 2369976"/>
                <a:gd name="connsiteY2" fmla="*/ 1003041 h 2006082"/>
                <a:gd name="connsiteX3" fmla="*/ 1868456 w 2369976"/>
                <a:gd name="connsiteY3" fmla="*/ 2006082 h 2006082"/>
                <a:gd name="connsiteX4" fmla="*/ 501521 w 2369976"/>
                <a:gd name="connsiteY4" fmla="*/ 2006082 h 2006082"/>
                <a:gd name="connsiteX5" fmla="*/ 0 w 2369976"/>
                <a:gd name="connsiteY5" fmla="*/ 1003041 h 200608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369976" h="2006082">
                  <a:moveTo>
                    <a:pt x="501521" y="0"/>
                  </a:moveTo>
                  <a:lnTo>
                    <a:pt x="1868456" y="0"/>
                  </a:lnTo>
                  <a:lnTo>
                    <a:pt x="2369976" y="1003041"/>
                  </a:lnTo>
                  <a:lnTo>
                    <a:pt x="1868456" y="2006082"/>
                  </a:lnTo>
                  <a:lnTo>
                    <a:pt x="501521" y="2006082"/>
                  </a:lnTo>
                  <a:lnTo>
                    <a:pt x="0" y="1003041"/>
                  </a:lnTo>
                  <a:close/>
                </a:path>
              </a:pathLst>
            </a:custGeom>
            <a:gradFill flip="none" rotWithShape="1">
              <a:gsLst>
                <a:gs pos="0">
                  <a:schemeClr val="accent6">
                    <a:lumMod val="20000"/>
                    <a:lumOff val="80000"/>
                    <a:shade val="30000"/>
                    <a:satMod val="115000"/>
                  </a:schemeClr>
                </a:gs>
                <a:gs pos="50000">
                  <a:schemeClr val="accent6">
                    <a:lumMod val="20000"/>
                    <a:lumOff val="80000"/>
                    <a:shade val="67500"/>
                    <a:satMod val="115000"/>
                  </a:schemeClr>
                </a:gs>
                <a:gs pos="100000">
                  <a:schemeClr val="accent6">
                    <a:lumMod val="20000"/>
                    <a:lumOff val="80000"/>
                    <a:shade val="100000"/>
                    <a:satMod val="115000"/>
                  </a:schemeClr>
                </a:gs>
              </a:gsLst>
              <a:path path="circle">
                <a:fillToRect l="50000" t="50000" r="50000" b="50000"/>
              </a:path>
              <a:tileRect/>
            </a:gradFill>
            <a:ln>
              <a:no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600" dirty="0">
                <a:latin typeface="+mj-lt"/>
              </a:endParaRPr>
            </a:p>
          </p:txBody>
        </p:sp>
        <p:sp>
          <p:nvSpPr>
            <p:cNvPr id="19" name="TextBox 18"/>
            <p:cNvSpPr txBox="1"/>
            <p:nvPr/>
          </p:nvSpPr>
          <p:spPr>
            <a:xfrm>
              <a:off x="253064" y="2665528"/>
              <a:ext cx="2182605" cy="1569660"/>
            </a:xfrm>
            <a:prstGeom prst="rect">
              <a:avLst/>
            </a:prstGeom>
            <a:noFill/>
          </p:spPr>
          <p:txBody>
            <a:bodyPr wrap="square" rtlCol="0">
              <a:spAutoFit/>
            </a:bodyPr>
            <a:lstStyle/>
            <a:p>
              <a:pPr algn="ctr"/>
              <a:r>
                <a:rPr lang="en-US" sz="1600" b="1" dirty="0">
                  <a:solidFill>
                    <a:schemeClr val="accent5">
                      <a:lumMod val="75000"/>
                    </a:schemeClr>
                  </a:solidFill>
                  <a:latin typeface="+mj-lt"/>
                </a:rPr>
                <a:t>System Design</a:t>
              </a:r>
              <a:br>
                <a:rPr lang="en-US" sz="1600" b="1" dirty="0">
                  <a:solidFill>
                    <a:schemeClr val="accent5">
                      <a:lumMod val="75000"/>
                    </a:schemeClr>
                  </a:solidFill>
                  <a:latin typeface="+mj-lt"/>
                </a:rPr>
              </a:br>
              <a:r>
                <a:rPr lang="en-US" sz="1600" dirty="0">
                  <a:solidFill>
                    <a:schemeClr val="accent5">
                      <a:lumMod val="75000"/>
                    </a:schemeClr>
                  </a:solidFill>
                  <a:latin typeface="+mj-lt"/>
                </a:rPr>
                <a:t>Designed workflow, architecture, and database schema. Divided the system into modules</a:t>
              </a:r>
            </a:p>
          </p:txBody>
        </p:sp>
      </p:grpSp>
      <p:grpSp>
        <p:nvGrpSpPr>
          <p:cNvPr id="26" name="Group 25"/>
          <p:cNvGrpSpPr/>
          <p:nvPr/>
        </p:nvGrpSpPr>
        <p:grpSpPr>
          <a:xfrm>
            <a:off x="1195098" y="4754853"/>
            <a:ext cx="2704314" cy="2006082"/>
            <a:chOff x="1195098" y="4754853"/>
            <a:chExt cx="2704314" cy="2006082"/>
          </a:xfrm>
        </p:grpSpPr>
        <p:sp>
          <p:nvSpPr>
            <p:cNvPr id="13" name="Freeform 12"/>
            <p:cNvSpPr/>
            <p:nvPr/>
          </p:nvSpPr>
          <p:spPr>
            <a:xfrm>
              <a:off x="1362267" y="4754853"/>
              <a:ext cx="2369976" cy="2006082"/>
            </a:xfrm>
            <a:custGeom>
              <a:avLst/>
              <a:gdLst>
                <a:gd name="connsiteX0" fmla="*/ 501521 w 2369976"/>
                <a:gd name="connsiteY0" fmla="*/ 0 h 2006082"/>
                <a:gd name="connsiteX1" fmla="*/ 1868456 w 2369976"/>
                <a:gd name="connsiteY1" fmla="*/ 0 h 2006082"/>
                <a:gd name="connsiteX2" fmla="*/ 2369976 w 2369976"/>
                <a:gd name="connsiteY2" fmla="*/ 1003041 h 2006082"/>
                <a:gd name="connsiteX3" fmla="*/ 1868456 w 2369976"/>
                <a:gd name="connsiteY3" fmla="*/ 2006082 h 2006082"/>
                <a:gd name="connsiteX4" fmla="*/ 501521 w 2369976"/>
                <a:gd name="connsiteY4" fmla="*/ 2006082 h 2006082"/>
                <a:gd name="connsiteX5" fmla="*/ 0 w 2369976"/>
                <a:gd name="connsiteY5" fmla="*/ 1003041 h 200608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369976" h="2006082">
                  <a:moveTo>
                    <a:pt x="501521" y="0"/>
                  </a:moveTo>
                  <a:lnTo>
                    <a:pt x="1868456" y="0"/>
                  </a:lnTo>
                  <a:lnTo>
                    <a:pt x="2369976" y="1003041"/>
                  </a:lnTo>
                  <a:lnTo>
                    <a:pt x="1868456" y="2006082"/>
                  </a:lnTo>
                  <a:lnTo>
                    <a:pt x="501521" y="2006082"/>
                  </a:lnTo>
                  <a:lnTo>
                    <a:pt x="0" y="1003041"/>
                  </a:lnTo>
                  <a:close/>
                </a:path>
              </a:pathLst>
            </a:custGeom>
            <a:gradFill flip="none" rotWithShape="1">
              <a:gsLst>
                <a:gs pos="0">
                  <a:schemeClr val="accent6">
                    <a:lumMod val="20000"/>
                    <a:lumOff val="80000"/>
                    <a:shade val="30000"/>
                    <a:satMod val="115000"/>
                  </a:schemeClr>
                </a:gs>
                <a:gs pos="50000">
                  <a:schemeClr val="accent6">
                    <a:lumMod val="20000"/>
                    <a:lumOff val="80000"/>
                    <a:shade val="67500"/>
                    <a:satMod val="115000"/>
                  </a:schemeClr>
                </a:gs>
                <a:gs pos="100000">
                  <a:schemeClr val="accent6">
                    <a:lumMod val="20000"/>
                    <a:lumOff val="80000"/>
                    <a:shade val="100000"/>
                    <a:satMod val="115000"/>
                  </a:schemeClr>
                </a:gs>
              </a:gsLst>
              <a:path path="circle">
                <a:fillToRect l="50000" t="50000" r="50000" b="50000"/>
              </a:path>
              <a:tileRect/>
            </a:gradFill>
            <a:ln>
              <a:no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TextBox 19"/>
            <p:cNvSpPr txBox="1"/>
            <p:nvPr/>
          </p:nvSpPr>
          <p:spPr>
            <a:xfrm>
              <a:off x="1195098" y="5250062"/>
              <a:ext cx="2704314" cy="1015663"/>
            </a:xfrm>
            <a:prstGeom prst="rect">
              <a:avLst/>
            </a:prstGeom>
            <a:noFill/>
          </p:spPr>
          <p:txBody>
            <a:bodyPr wrap="square" rtlCol="0">
              <a:spAutoFit/>
            </a:bodyPr>
            <a:lstStyle/>
            <a:p>
              <a:pPr algn="ctr"/>
              <a:r>
                <a:rPr lang="en-US" sz="1200" b="1" dirty="0">
                  <a:solidFill>
                    <a:schemeClr val="accent5">
                      <a:lumMod val="75000"/>
                    </a:schemeClr>
                  </a:solidFill>
                  <a:latin typeface="+mj-lt"/>
                </a:rPr>
                <a:t>Development Phase</a:t>
              </a:r>
              <a:br>
                <a:rPr lang="en-US" sz="1400" b="1" dirty="0">
                  <a:solidFill>
                    <a:schemeClr val="accent5">
                      <a:lumMod val="75000"/>
                    </a:schemeClr>
                  </a:solidFill>
                  <a:latin typeface="+mj-lt"/>
                </a:rPr>
              </a:br>
              <a:r>
                <a:rPr lang="en-US" sz="1200" b="1" dirty="0">
                  <a:solidFill>
                    <a:schemeClr val="accent5">
                      <a:lumMod val="75000"/>
                    </a:schemeClr>
                  </a:solidFill>
                  <a:latin typeface="+mj-lt"/>
                </a:rPr>
                <a:t>Frontend: </a:t>
              </a:r>
              <a:r>
                <a:rPr lang="en-US" sz="1200" dirty="0">
                  <a:solidFill>
                    <a:schemeClr val="accent5">
                      <a:lumMod val="75000"/>
                    </a:schemeClr>
                  </a:solidFill>
                  <a:latin typeface="+mj-lt"/>
                </a:rPr>
                <a:t>HTML, CSS, Bootstrap.</a:t>
              </a:r>
              <a:br>
                <a:rPr lang="en-US" sz="1200" dirty="0">
                  <a:solidFill>
                    <a:schemeClr val="accent5">
                      <a:lumMod val="75000"/>
                    </a:schemeClr>
                  </a:solidFill>
                  <a:latin typeface="+mj-lt"/>
                </a:rPr>
              </a:br>
              <a:r>
                <a:rPr lang="en-US" sz="1200" b="1" dirty="0">
                  <a:solidFill>
                    <a:schemeClr val="accent5">
                      <a:lumMod val="75000"/>
                    </a:schemeClr>
                  </a:solidFill>
                  <a:latin typeface="+mj-lt"/>
                </a:rPr>
                <a:t>Backend:</a:t>
              </a:r>
              <a:r>
                <a:rPr lang="en-US" sz="1200" dirty="0">
                  <a:solidFill>
                    <a:schemeClr val="accent5">
                      <a:lumMod val="75000"/>
                    </a:schemeClr>
                  </a:solidFill>
                  <a:latin typeface="+mj-lt"/>
                </a:rPr>
                <a:t> Flask (Python) / JS </a:t>
              </a:r>
              <a:br>
                <a:rPr lang="en-US" sz="1200" dirty="0">
                  <a:solidFill>
                    <a:schemeClr val="accent5">
                      <a:lumMod val="75000"/>
                    </a:schemeClr>
                  </a:solidFill>
                  <a:latin typeface="+mj-lt"/>
                </a:rPr>
              </a:br>
              <a:r>
                <a:rPr lang="en-US" sz="1200" dirty="0">
                  <a:solidFill>
                    <a:schemeClr val="accent5">
                      <a:lumMod val="75000"/>
                    </a:schemeClr>
                  </a:solidFill>
                  <a:latin typeface="+mj-lt"/>
                </a:rPr>
                <a:t>AI integration for personalized recommendations.</a:t>
              </a:r>
            </a:p>
          </p:txBody>
        </p:sp>
      </p:grpSp>
      <p:grpSp>
        <p:nvGrpSpPr>
          <p:cNvPr id="27" name="Group 26"/>
          <p:cNvGrpSpPr/>
          <p:nvPr/>
        </p:nvGrpSpPr>
        <p:grpSpPr>
          <a:xfrm>
            <a:off x="8431760" y="165135"/>
            <a:ext cx="2369976" cy="2006082"/>
            <a:chOff x="8431760" y="165135"/>
            <a:chExt cx="2369976" cy="2006082"/>
          </a:xfrm>
        </p:grpSpPr>
        <p:sp>
          <p:nvSpPr>
            <p:cNvPr id="15" name="Freeform 14"/>
            <p:cNvSpPr/>
            <p:nvPr/>
          </p:nvSpPr>
          <p:spPr>
            <a:xfrm>
              <a:off x="8431760" y="165135"/>
              <a:ext cx="2369976" cy="2006082"/>
            </a:xfrm>
            <a:custGeom>
              <a:avLst/>
              <a:gdLst>
                <a:gd name="connsiteX0" fmla="*/ 501521 w 2369976"/>
                <a:gd name="connsiteY0" fmla="*/ 0 h 2006082"/>
                <a:gd name="connsiteX1" fmla="*/ 1868456 w 2369976"/>
                <a:gd name="connsiteY1" fmla="*/ 0 h 2006082"/>
                <a:gd name="connsiteX2" fmla="*/ 2369976 w 2369976"/>
                <a:gd name="connsiteY2" fmla="*/ 1003041 h 2006082"/>
                <a:gd name="connsiteX3" fmla="*/ 1868456 w 2369976"/>
                <a:gd name="connsiteY3" fmla="*/ 2006082 h 2006082"/>
                <a:gd name="connsiteX4" fmla="*/ 501521 w 2369976"/>
                <a:gd name="connsiteY4" fmla="*/ 2006082 h 2006082"/>
                <a:gd name="connsiteX5" fmla="*/ 0 w 2369976"/>
                <a:gd name="connsiteY5" fmla="*/ 1003041 h 200608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369976" h="2006082">
                  <a:moveTo>
                    <a:pt x="501521" y="0"/>
                  </a:moveTo>
                  <a:lnTo>
                    <a:pt x="1868456" y="0"/>
                  </a:lnTo>
                  <a:lnTo>
                    <a:pt x="2369976" y="1003041"/>
                  </a:lnTo>
                  <a:lnTo>
                    <a:pt x="1868456" y="2006082"/>
                  </a:lnTo>
                  <a:lnTo>
                    <a:pt x="501521" y="2006082"/>
                  </a:lnTo>
                  <a:lnTo>
                    <a:pt x="0" y="1003041"/>
                  </a:lnTo>
                  <a:close/>
                </a:path>
              </a:pathLst>
            </a:custGeom>
            <a:gradFill flip="none" rotWithShape="1">
              <a:gsLst>
                <a:gs pos="0">
                  <a:schemeClr val="accent6">
                    <a:lumMod val="20000"/>
                    <a:lumOff val="80000"/>
                    <a:shade val="30000"/>
                    <a:satMod val="115000"/>
                  </a:schemeClr>
                </a:gs>
                <a:gs pos="50000">
                  <a:schemeClr val="accent6">
                    <a:lumMod val="20000"/>
                    <a:lumOff val="80000"/>
                    <a:shade val="67500"/>
                    <a:satMod val="115000"/>
                  </a:schemeClr>
                </a:gs>
                <a:gs pos="100000">
                  <a:schemeClr val="accent6">
                    <a:lumMod val="20000"/>
                    <a:lumOff val="80000"/>
                    <a:shade val="100000"/>
                    <a:satMod val="115000"/>
                  </a:schemeClr>
                </a:gs>
              </a:gsLst>
              <a:path path="circle">
                <a:fillToRect l="50000" t="50000" r="50000" b="50000"/>
              </a:path>
              <a:tileRect/>
            </a:gradFill>
            <a:ln>
              <a:no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TextBox 20"/>
            <p:cNvSpPr txBox="1"/>
            <p:nvPr/>
          </p:nvSpPr>
          <p:spPr>
            <a:xfrm>
              <a:off x="8543254" y="501056"/>
              <a:ext cx="2146988" cy="1323439"/>
            </a:xfrm>
            <a:prstGeom prst="rect">
              <a:avLst/>
            </a:prstGeom>
            <a:noFill/>
          </p:spPr>
          <p:txBody>
            <a:bodyPr wrap="square" rtlCol="0">
              <a:spAutoFit/>
            </a:bodyPr>
            <a:lstStyle/>
            <a:p>
              <a:pPr algn="ctr"/>
              <a:r>
                <a:rPr lang="en-US" sz="1600" b="1" dirty="0">
                  <a:solidFill>
                    <a:schemeClr val="accent5">
                      <a:lumMod val="75000"/>
                    </a:schemeClr>
                  </a:solidFill>
                  <a:latin typeface="+mj-lt"/>
                </a:rPr>
                <a:t>Testing</a:t>
              </a:r>
              <a:br>
                <a:rPr lang="en-US" sz="1600" b="1" dirty="0">
                  <a:solidFill>
                    <a:schemeClr val="accent5">
                      <a:lumMod val="75000"/>
                    </a:schemeClr>
                  </a:solidFill>
                  <a:latin typeface="+mj-lt"/>
                </a:rPr>
              </a:br>
              <a:r>
                <a:rPr lang="en-US" sz="1600" dirty="0">
                  <a:solidFill>
                    <a:schemeClr val="accent5">
                      <a:lumMod val="75000"/>
                    </a:schemeClr>
                  </a:solidFill>
                  <a:latin typeface="+mj-lt"/>
                </a:rPr>
                <a:t>Module-wise testing for functionality. Ensured accuracy of recommendations.</a:t>
              </a:r>
            </a:p>
          </p:txBody>
        </p:sp>
      </p:grpSp>
      <p:grpSp>
        <p:nvGrpSpPr>
          <p:cNvPr id="28" name="Group 27"/>
          <p:cNvGrpSpPr/>
          <p:nvPr/>
        </p:nvGrpSpPr>
        <p:grpSpPr>
          <a:xfrm>
            <a:off x="9647852" y="2425958"/>
            <a:ext cx="2369976" cy="2006082"/>
            <a:chOff x="9647852" y="2425958"/>
            <a:chExt cx="2369976" cy="2006082"/>
          </a:xfrm>
        </p:grpSpPr>
        <p:sp>
          <p:nvSpPr>
            <p:cNvPr id="17" name="Freeform 16"/>
            <p:cNvSpPr/>
            <p:nvPr/>
          </p:nvSpPr>
          <p:spPr>
            <a:xfrm>
              <a:off x="9647852" y="2425958"/>
              <a:ext cx="2369976" cy="2006082"/>
            </a:xfrm>
            <a:custGeom>
              <a:avLst/>
              <a:gdLst>
                <a:gd name="connsiteX0" fmla="*/ 501521 w 2369976"/>
                <a:gd name="connsiteY0" fmla="*/ 0 h 2006082"/>
                <a:gd name="connsiteX1" fmla="*/ 1868456 w 2369976"/>
                <a:gd name="connsiteY1" fmla="*/ 0 h 2006082"/>
                <a:gd name="connsiteX2" fmla="*/ 2369976 w 2369976"/>
                <a:gd name="connsiteY2" fmla="*/ 1003041 h 2006082"/>
                <a:gd name="connsiteX3" fmla="*/ 1868456 w 2369976"/>
                <a:gd name="connsiteY3" fmla="*/ 2006082 h 2006082"/>
                <a:gd name="connsiteX4" fmla="*/ 501521 w 2369976"/>
                <a:gd name="connsiteY4" fmla="*/ 2006082 h 2006082"/>
                <a:gd name="connsiteX5" fmla="*/ 0 w 2369976"/>
                <a:gd name="connsiteY5" fmla="*/ 1003041 h 200608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369976" h="2006082">
                  <a:moveTo>
                    <a:pt x="501521" y="0"/>
                  </a:moveTo>
                  <a:lnTo>
                    <a:pt x="1868456" y="0"/>
                  </a:lnTo>
                  <a:lnTo>
                    <a:pt x="2369976" y="1003041"/>
                  </a:lnTo>
                  <a:lnTo>
                    <a:pt x="1868456" y="2006082"/>
                  </a:lnTo>
                  <a:lnTo>
                    <a:pt x="501521" y="2006082"/>
                  </a:lnTo>
                  <a:lnTo>
                    <a:pt x="0" y="1003041"/>
                  </a:lnTo>
                  <a:close/>
                </a:path>
              </a:pathLst>
            </a:custGeom>
            <a:gradFill flip="none" rotWithShape="1">
              <a:gsLst>
                <a:gs pos="0">
                  <a:schemeClr val="accent6">
                    <a:lumMod val="20000"/>
                    <a:lumOff val="80000"/>
                    <a:shade val="30000"/>
                    <a:satMod val="115000"/>
                  </a:schemeClr>
                </a:gs>
                <a:gs pos="50000">
                  <a:schemeClr val="accent6">
                    <a:lumMod val="20000"/>
                    <a:lumOff val="80000"/>
                    <a:shade val="67500"/>
                    <a:satMod val="115000"/>
                  </a:schemeClr>
                </a:gs>
                <a:gs pos="100000">
                  <a:schemeClr val="accent6">
                    <a:lumMod val="20000"/>
                    <a:lumOff val="80000"/>
                    <a:shade val="100000"/>
                    <a:satMod val="115000"/>
                  </a:schemeClr>
                </a:gs>
              </a:gsLst>
              <a:path path="circle">
                <a:fillToRect l="50000" t="50000" r="50000" b="50000"/>
              </a:path>
              <a:tileRect/>
            </a:gradFill>
            <a:ln>
              <a:no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TextBox 21"/>
            <p:cNvSpPr txBox="1"/>
            <p:nvPr/>
          </p:nvSpPr>
          <p:spPr>
            <a:xfrm>
              <a:off x="9946429" y="2828833"/>
              <a:ext cx="1856793" cy="1200329"/>
            </a:xfrm>
            <a:prstGeom prst="rect">
              <a:avLst/>
            </a:prstGeom>
            <a:noFill/>
          </p:spPr>
          <p:txBody>
            <a:bodyPr wrap="square" rtlCol="0">
              <a:spAutoFit/>
            </a:bodyPr>
            <a:lstStyle/>
            <a:p>
              <a:pPr algn="ctr"/>
              <a:r>
                <a:rPr lang="en-US" b="1" dirty="0">
                  <a:solidFill>
                    <a:schemeClr val="accent5">
                      <a:lumMod val="75000"/>
                    </a:schemeClr>
                  </a:solidFill>
                  <a:latin typeface="+mj-lt"/>
                </a:rPr>
                <a:t>Deployment</a:t>
              </a:r>
              <a:br>
                <a:rPr lang="en-US" dirty="0">
                  <a:solidFill>
                    <a:schemeClr val="accent5">
                      <a:lumMod val="75000"/>
                    </a:schemeClr>
                  </a:solidFill>
                  <a:latin typeface="+mj-lt"/>
                </a:rPr>
              </a:br>
              <a:r>
                <a:rPr lang="en-US" dirty="0">
                  <a:solidFill>
                    <a:schemeClr val="accent5">
                      <a:lumMod val="75000"/>
                    </a:schemeClr>
                  </a:solidFill>
                  <a:latin typeface="+mj-lt"/>
                </a:rPr>
                <a:t>Hosted as a web application for accessibility.</a:t>
              </a:r>
            </a:p>
          </p:txBody>
        </p:sp>
      </p:grpSp>
      <p:grpSp>
        <p:nvGrpSpPr>
          <p:cNvPr id="29" name="Group 28"/>
          <p:cNvGrpSpPr/>
          <p:nvPr/>
        </p:nvGrpSpPr>
        <p:grpSpPr>
          <a:xfrm>
            <a:off x="8431760" y="4723817"/>
            <a:ext cx="2369976" cy="2006082"/>
            <a:chOff x="8431760" y="4723817"/>
            <a:chExt cx="2369976" cy="2006082"/>
          </a:xfrm>
        </p:grpSpPr>
        <p:sp>
          <p:nvSpPr>
            <p:cNvPr id="16" name="Freeform 15"/>
            <p:cNvSpPr/>
            <p:nvPr/>
          </p:nvSpPr>
          <p:spPr>
            <a:xfrm>
              <a:off x="8431760" y="4723817"/>
              <a:ext cx="2369976" cy="2006082"/>
            </a:xfrm>
            <a:custGeom>
              <a:avLst/>
              <a:gdLst>
                <a:gd name="connsiteX0" fmla="*/ 501521 w 2369976"/>
                <a:gd name="connsiteY0" fmla="*/ 0 h 2006082"/>
                <a:gd name="connsiteX1" fmla="*/ 1868456 w 2369976"/>
                <a:gd name="connsiteY1" fmla="*/ 0 h 2006082"/>
                <a:gd name="connsiteX2" fmla="*/ 2369976 w 2369976"/>
                <a:gd name="connsiteY2" fmla="*/ 1003041 h 2006082"/>
                <a:gd name="connsiteX3" fmla="*/ 1868456 w 2369976"/>
                <a:gd name="connsiteY3" fmla="*/ 2006082 h 2006082"/>
                <a:gd name="connsiteX4" fmla="*/ 501521 w 2369976"/>
                <a:gd name="connsiteY4" fmla="*/ 2006082 h 2006082"/>
                <a:gd name="connsiteX5" fmla="*/ 0 w 2369976"/>
                <a:gd name="connsiteY5" fmla="*/ 1003041 h 200608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369976" h="2006082">
                  <a:moveTo>
                    <a:pt x="501521" y="0"/>
                  </a:moveTo>
                  <a:lnTo>
                    <a:pt x="1868456" y="0"/>
                  </a:lnTo>
                  <a:lnTo>
                    <a:pt x="2369976" y="1003041"/>
                  </a:lnTo>
                  <a:lnTo>
                    <a:pt x="1868456" y="2006082"/>
                  </a:lnTo>
                  <a:lnTo>
                    <a:pt x="501521" y="2006082"/>
                  </a:lnTo>
                  <a:lnTo>
                    <a:pt x="0" y="1003041"/>
                  </a:lnTo>
                  <a:close/>
                </a:path>
              </a:pathLst>
            </a:custGeom>
            <a:gradFill flip="none" rotWithShape="1">
              <a:gsLst>
                <a:gs pos="0">
                  <a:schemeClr val="accent6">
                    <a:lumMod val="20000"/>
                    <a:lumOff val="80000"/>
                    <a:shade val="30000"/>
                    <a:satMod val="115000"/>
                  </a:schemeClr>
                </a:gs>
                <a:gs pos="50000">
                  <a:schemeClr val="accent6">
                    <a:lumMod val="20000"/>
                    <a:lumOff val="80000"/>
                    <a:shade val="67500"/>
                    <a:satMod val="115000"/>
                  </a:schemeClr>
                </a:gs>
                <a:gs pos="100000">
                  <a:schemeClr val="accent6">
                    <a:lumMod val="20000"/>
                    <a:lumOff val="80000"/>
                    <a:shade val="100000"/>
                    <a:satMod val="115000"/>
                  </a:schemeClr>
                </a:gs>
              </a:gsLst>
              <a:path path="circle">
                <a:fillToRect l="50000" t="50000" r="50000" b="50000"/>
              </a:path>
              <a:tileRect/>
            </a:gradFill>
            <a:ln>
              <a:no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TextBox 22"/>
            <p:cNvSpPr txBox="1"/>
            <p:nvPr/>
          </p:nvSpPr>
          <p:spPr>
            <a:xfrm>
              <a:off x="8666886" y="5065138"/>
              <a:ext cx="1899723" cy="1323439"/>
            </a:xfrm>
            <a:prstGeom prst="rect">
              <a:avLst/>
            </a:prstGeom>
            <a:noFill/>
          </p:spPr>
          <p:txBody>
            <a:bodyPr wrap="square" rtlCol="0">
              <a:spAutoFit/>
            </a:bodyPr>
            <a:lstStyle/>
            <a:p>
              <a:pPr algn="ctr"/>
              <a:r>
                <a:rPr lang="en-US" sz="1600" b="1" dirty="0">
                  <a:solidFill>
                    <a:schemeClr val="accent5">
                      <a:lumMod val="75000"/>
                    </a:schemeClr>
                  </a:solidFill>
                  <a:latin typeface="+mj-lt"/>
                </a:rPr>
                <a:t>Feedback </a:t>
              </a:r>
              <a:br>
                <a:rPr lang="en-US" sz="1600" b="1" dirty="0">
                  <a:solidFill>
                    <a:schemeClr val="accent5">
                      <a:lumMod val="75000"/>
                    </a:schemeClr>
                  </a:solidFill>
                  <a:latin typeface="+mj-lt"/>
                </a:rPr>
              </a:br>
              <a:r>
                <a:rPr lang="en-US" sz="1600" b="1" dirty="0">
                  <a:solidFill>
                    <a:schemeClr val="accent5">
                      <a:lumMod val="75000"/>
                    </a:schemeClr>
                  </a:solidFill>
                  <a:latin typeface="+mj-lt"/>
                </a:rPr>
                <a:t>&amp; Improvement</a:t>
              </a:r>
              <a:br>
                <a:rPr lang="en-US" sz="1600" b="1" dirty="0">
                  <a:solidFill>
                    <a:schemeClr val="accent5">
                      <a:lumMod val="75000"/>
                    </a:schemeClr>
                  </a:solidFill>
                  <a:latin typeface="+mj-lt"/>
                </a:rPr>
              </a:br>
              <a:r>
                <a:rPr lang="en-US" sz="1600" dirty="0">
                  <a:solidFill>
                    <a:schemeClr val="accent5">
                      <a:lumMod val="75000"/>
                    </a:schemeClr>
                  </a:solidFill>
                  <a:latin typeface="+mj-lt"/>
                </a:rPr>
                <a:t>User feedback used for refining remedies and quiz questions.</a:t>
              </a:r>
            </a:p>
          </p:txBody>
        </p:sp>
      </p:grpSp>
    </p:spTree>
    <p:extLst>
      <p:ext uri="{BB962C8B-B14F-4D97-AF65-F5344CB8AC3E}">
        <p14:creationId xmlns:p14="http://schemas.microsoft.com/office/powerpoint/2010/main" val="3819153807"/>
      </p:ext>
    </p:extLst>
  </p:cSld>
  <p:clrMapOvr>
    <a:masterClrMapping/>
  </p:clrMapOvr>
  <mc:AlternateContent xmlns:mc="http://schemas.openxmlformats.org/markup-compatibility/2006" xmlns:p14="http://schemas.microsoft.com/office/powerpoint/2010/main">
    <mc:Choice Requires="p14">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14:presetBounceEnd="75000">
                                      <p:stCondLst>
                                        <p:cond delay="0"/>
                                      </p:stCondLst>
                                      <p:childTnLst>
                                        <p:set>
                                          <p:cBhvr>
                                            <p:cTn id="6" dur="1" fill="hold">
                                              <p:stCondLst>
                                                <p:cond delay="0"/>
                                              </p:stCondLst>
                                            </p:cTn>
                                            <p:tgtEl>
                                              <p:spTgt spid="8"/>
                                            </p:tgtEl>
                                            <p:attrNameLst>
                                              <p:attrName>style.visibility</p:attrName>
                                            </p:attrNameLst>
                                          </p:cBhvr>
                                          <p:to>
                                            <p:strVal val="visible"/>
                                          </p:to>
                                        </p:set>
                                        <p:anim calcmode="lin" valueType="num" p14:bounceEnd="75000">
                                          <p:cBhvr additive="base">
                                            <p:cTn id="7" dur="2000" fill="hold"/>
                                            <p:tgtEl>
                                              <p:spTgt spid="8"/>
                                            </p:tgtEl>
                                            <p:attrNameLst>
                                              <p:attrName>ppt_x</p:attrName>
                                            </p:attrNameLst>
                                          </p:cBhvr>
                                          <p:tavLst>
                                            <p:tav tm="0">
                                              <p:val>
                                                <p:strVal val="#ppt_x"/>
                                              </p:val>
                                            </p:tav>
                                            <p:tav tm="100000">
                                              <p:val>
                                                <p:strVal val="#ppt_x"/>
                                              </p:val>
                                            </p:tav>
                                          </p:tavLst>
                                        </p:anim>
                                        <p:anim calcmode="lin" valueType="num" p14:bounceEnd="75000">
                                          <p:cBhvr additive="base">
                                            <p:cTn id="8" dur="2000" fill="hold"/>
                                            <p:tgtEl>
                                              <p:spTgt spid="8"/>
                                            </p:tgtEl>
                                            <p:attrNameLst>
                                              <p:attrName>ppt_y</p:attrName>
                                            </p:attrNameLst>
                                          </p:cBhvr>
                                          <p:tavLst>
                                            <p:tav tm="0">
                                              <p:val>
                                                <p:strVal val="1+#ppt_h/2"/>
                                              </p:val>
                                            </p:tav>
                                            <p:tav tm="100000">
                                              <p:val>
                                                <p:strVal val="#ppt_y"/>
                                              </p:val>
                                            </p:tav>
                                          </p:tavLst>
                                        </p:anim>
                                      </p:childTnLst>
                                    </p:cTn>
                                  </p:par>
                                  <p:par>
                                    <p:cTn id="9" presetID="2" presetClass="entr" presetSubtype="4" fill="hold" grpId="0" nodeType="withEffect" p14:presetBounceEnd="75000">
                                      <p:stCondLst>
                                        <p:cond delay="0"/>
                                      </p:stCondLst>
                                      <p:childTnLst>
                                        <p:set>
                                          <p:cBhvr>
                                            <p:cTn id="10" dur="1" fill="hold">
                                              <p:stCondLst>
                                                <p:cond delay="0"/>
                                              </p:stCondLst>
                                            </p:cTn>
                                            <p:tgtEl>
                                              <p:spTgt spid="3"/>
                                            </p:tgtEl>
                                            <p:attrNameLst>
                                              <p:attrName>style.visibility</p:attrName>
                                            </p:attrNameLst>
                                          </p:cBhvr>
                                          <p:to>
                                            <p:strVal val="visible"/>
                                          </p:to>
                                        </p:set>
                                        <p:anim calcmode="lin" valueType="num" p14:bounceEnd="75000">
                                          <p:cBhvr additive="base">
                                            <p:cTn id="11" dur="2000" fill="hold"/>
                                            <p:tgtEl>
                                              <p:spTgt spid="3"/>
                                            </p:tgtEl>
                                            <p:attrNameLst>
                                              <p:attrName>ppt_x</p:attrName>
                                            </p:attrNameLst>
                                          </p:cBhvr>
                                          <p:tavLst>
                                            <p:tav tm="0">
                                              <p:val>
                                                <p:strVal val="#ppt_x"/>
                                              </p:val>
                                            </p:tav>
                                            <p:tav tm="100000">
                                              <p:val>
                                                <p:strVal val="#ppt_x"/>
                                              </p:val>
                                            </p:tav>
                                          </p:tavLst>
                                        </p:anim>
                                        <p:anim calcmode="lin" valueType="num" p14:bounceEnd="75000">
                                          <p:cBhvr additive="base">
                                            <p:cTn id="12" dur="2000" fill="hold"/>
                                            <p:tgtEl>
                                              <p:spTgt spid="3"/>
                                            </p:tgtEl>
                                            <p:attrNameLst>
                                              <p:attrName>ppt_y</p:attrName>
                                            </p:attrNameLst>
                                          </p:cBhvr>
                                          <p:tavLst>
                                            <p:tav tm="0">
                                              <p:val>
                                                <p:strVal val="1+#ppt_h/2"/>
                                              </p:val>
                                            </p:tav>
                                            <p:tav tm="100000">
                                              <p:val>
                                                <p:strVal val="#ppt_y"/>
                                              </p:val>
                                            </p:tav>
                                          </p:tavLst>
                                        </p:anim>
                                      </p:childTnLst>
                                    </p:cTn>
                                  </p:par>
                                  <p:par>
                                    <p:cTn id="13" presetID="2" presetClass="entr" presetSubtype="2" fill="hold" grpId="0" nodeType="withEffect" p14:presetBounceEnd="75000">
                                      <p:stCondLst>
                                        <p:cond delay="0"/>
                                      </p:stCondLst>
                                      <p:childTnLst>
                                        <p:set>
                                          <p:cBhvr>
                                            <p:cTn id="14" dur="1" fill="hold">
                                              <p:stCondLst>
                                                <p:cond delay="0"/>
                                              </p:stCondLst>
                                            </p:cTn>
                                            <p:tgtEl>
                                              <p:spTgt spid="4"/>
                                            </p:tgtEl>
                                            <p:attrNameLst>
                                              <p:attrName>style.visibility</p:attrName>
                                            </p:attrNameLst>
                                          </p:cBhvr>
                                          <p:to>
                                            <p:strVal val="visible"/>
                                          </p:to>
                                        </p:set>
                                        <p:anim calcmode="lin" valueType="num" p14:bounceEnd="75000">
                                          <p:cBhvr additive="base">
                                            <p:cTn id="15" dur="2000" fill="hold"/>
                                            <p:tgtEl>
                                              <p:spTgt spid="4"/>
                                            </p:tgtEl>
                                            <p:attrNameLst>
                                              <p:attrName>ppt_x</p:attrName>
                                            </p:attrNameLst>
                                          </p:cBhvr>
                                          <p:tavLst>
                                            <p:tav tm="0">
                                              <p:val>
                                                <p:strVal val="1+#ppt_w/2"/>
                                              </p:val>
                                            </p:tav>
                                            <p:tav tm="100000">
                                              <p:val>
                                                <p:strVal val="#ppt_x"/>
                                              </p:val>
                                            </p:tav>
                                          </p:tavLst>
                                        </p:anim>
                                        <p:anim calcmode="lin" valueType="num" p14:bounceEnd="75000">
                                          <p:cBhvr additive="base">
                                            <p:cTn id="16" dur="2000" fill="hold"/>
                                            <p:tgtEl>
                                              <p:spTgt spid="4"/>
                                            </p:tgtEl>
                                            <p:attrNameLst>
                                              <p:attrName>ppt_y</p:attrName>
                                            </p:attrNameLst>
                                          </p:cBhvr>
                                          <p:tavLst>
                                            <p:tav tm="0">
                                              <p:val>
                                                <p:strVal val="#ppt_y"/>
                                              </p:val>
                                            </p:tav>
                                            <p:tav tm="100000">
                                              <p:val>
                                                <p:strVal val="#ppt_y"/>
                                              </p:val>
                                            </p:tav>
                                          </p:tavLst>
                                        </p:anim>
                                      </p:childTnLst>
                                    </p:cTn>
                                  </p:par>
                                  <p:par>
                                    <p:cTn id="17" presetID="2" presetClass="entr" presetSubtype="2" fill="hold" nodeType="withEffect" p14:presetBounceEnd="75000">
                                      <p:stCondLst>
                                        <p:cond delay="0"/>
                                      </p:stCondLst>
                                      <p:childTnLst>
                                        <p:set>
                                          <p:cBhvr>
                                            <p:cTn id="18" dur="1" fill="hold">
                                              <p:stCondLst>
                                                <p:cond delay="0"/>
                                              </p:stCondLst>
                                            </p:cTn>
                                            <p:tgtEl>
                                              <p:spTgt spid="6"/>
                                            </p:tgtEl>
                                            <p:attrNameLst>
                                              <p:attrName>style.visibility</p:attrName>
                                            </p:attrNameLst>
                                          </p:cBhvr>
                                          <p:to>
                                            <p:strVal val="visible"/>
                                          </p:to>
                                        </p:set>
                                        <p:anim calcmode="lin" valueType="num" p14:bounceEnd="75000">
                                          <p:cBhvr additive="base">
                                            <p:cTn id="19" dur="2000" fill="hold"/>
                                            <p:tgtEl>
                                              <p:spTgt spid="6"/>
                                            </p:tgtEl>
                                            <p:attrNameLst>
                                              <p:attrName>ppt_x</p:attrName>
                                            </p:attrNameLst>
                                          </p:cBhvr>
                                          <p:tavLst>
                                            <p:tav tm="0">
                                              <p:val>
                                                <p:strVal val="1+#ppt_w/2"/>
                                              </p:val>
                                            </p:tav>
                                            <p:tav tm="100000">
                                              <p:val>
                                                <p:strVal val="#ppt_x"/>
                                              </p:val>
                                            </p:tav>
                                          </p:tavLst>
                                        </p:anim>
                                        <p:anim calcmode="lin" valueType="num" p14:bounceEnd="75000">
                                          <p:cBhvr additive="base">
                                            <p:cTn id="20" dur="2000" fill="hold"/>
                                            <p:tgtEl>
                                              <p:spTgt spid="6"/>
                                            </p:tgtEl>
                                            <p:attrNameLst>
                                              <p:attrName>ppt_y</p:attrName>
                                            </p:attrNameLst>
                                          </p:cBhvr>
                                          <p:tavLst>
                                            <p:tav tm="0">
                                              <p:val>
                                                <p:strVal val="#ppt_y"/>
                                              </p:val>
                                            </p:tav>
                                            <p:tav tm="100000">
                                              <p:val>
                                                <p:strVal val="#ppt_y"/>
                                              </p:val>
                                            </p:tav>
                                          </p:tavLst>
                                        </p:anim>
                                      </p:childTnLst>
                                    </p:cTn>
                                  </p:par>
                                  <p:par>
                                    <p:cTn id="21" presetID="2" presetClass="entr" presetSubtype="8" fill="hold" grpId="0" nodeType="withEffect" p14:presetBounceEnd="75000">
                                      <p:stCondLst>
                                        <p:cond delay="0"/>
                                      </p:stCondLst>
                                      <p:childTnLst>
                                        <p:set>
                                          <p:cBhvr>
                                            <p:cTn id="22" dur="1" fill="hold">
                                              <p:stCondLst>
                                                <p:cond delay="0"/>
                                              </p:stCondLst>
                                            </p:cTn>
                                            <p:tgtEl>
                                              <p:spTgt spid="5"/>
                                            </p:tgtEl>
                                            <p:attrNameLst>
                                              <p:attrName>style.visibility</p:attrName>
                                            </p:attrNameLst>
                                          </p:cBhvr>
                                          <p:to>
                                            <p:strVal val="visible"/>
                                          </p:to>
                                        </p:set>
                                        <p:anim calcmode="lin" valueType="num" p14:bounceEnd="75000">
                                          <p:cBhvr additive="base">
                                            <p:cTn id="23" dur="2000" fill="hold"/>
                                            <p:tgtEl>
                                              <p:spTgt spid="5"/>
                                            </p:tgtEl>
                                            <p:attrNameLst>
                                              <p:attrName>ppt_x</p:attrName>
                                            </p:attrNameLst>
                                          </p:cBhvr>
                                          <p:tavLst>
                                            <p:tav tm="0">
                                              <p:val>
                                                <p:strVal val="0-#ppt_w/2"/>
                                              </p:val>
                                            </p:tav>
                                            <p:tav tm="100000">
                                              <p:val>
                                                <p:strVal val="#ppt_x"/>
                                              </p:val>
                                            </p:tav>
                                          </p:tavLst>
                                        </p:anim>
                                        <p:anim calcmode="lin" valueType="num" p14:bounceEnd="75000">
                                          <p:cBhvr additive="base">
                                            <p:cTn id="24" dur="2000" fill="hold"/>
                                            <p:tgtEl>
                                              <p:spTgt spid="5"/>
                                            </p:tgtEl>
                                            <p:attrNameLst>
                                              <p:attrName>ppt_y</p:attrName>
                                            </p:attrNameLst>
                                          </p:cBhvr>
                                          <p:tavLst>
                                            <p:tav tm="0">
                                              <p:val>
                                                <p:strVal val="#ppt_y"/>
                                              </p:val>
                                            </p:tav>
                                            <p:tav tm="100000">
                                              <p:val>
                                                <p:strVal val="#ppt_y"/>
                                              </p:val>
                                            </p:tav>
                                          </p:tavLst>
                                        </p:anim>
                                      </p:childTnLst>
                                    </p:cTn>
                                  </p:par>
                                  <p:par>
                                    <p:cTn id="25" presetID="2" presetClass="entr" presetSubtype="8" fill="hold" nodeType="withEffect" p14:presetBounceEnd="75000">
                                      <p:stCondLst>
                                        <p:cond delay="0"/>
                                      </p:stCondLst>
                                      <p:childTnLst>
                                        <p:set>
                                          <p:cBhvr>
                                            <p:cTn id="26" dur="1" fill="hold">
                                              <p:stCondLst>
                                                <p:cond delay="0"/>
                                              </p:stCondLst>
                                            </p:cTn>
                                            <p:tgtEl>
                                              <p:spTgt spid="7"/>
                                            </p:tgtEl>
                                            <p:attrNameLst>
                                              <p:attrName>style.visibility</p:attrName>
                                            </p:attrNameLst>
                                          </p:cBhvr>
                                          <p:to>
                                            <p:strVal val="visible"/>
                                          </p:to>
                                        </p:set>
                                        <p:anim calcmode="lin" valueType="num" p14:bounceEnd="75000">
                                          <p:cBhvr additive="base">
                                            <p:cTn id="27" dur="2000" fill="hold"/>
                                            <p:tgtEl>
                                              <p:spTgt spid="7"/>
                                            </p:tgtEl>
                                            <p:attrNameLst>
                                              <p:attrName>ppt_x</p:attrName>
                                            </p:attrNameLst>
                                          </p:cBhvr>
                                          <p:tavLst>
                                            <p:tav tm="0">
                                              <p:val>
                                                <p:strVal val="0-#ppt_w/2"/>
                                              </p:val>
                                            </p:tav>
                                            <p:tav tm="100000">
                                              <p:val>
                                                <p:strVal val="#ppt_x"/>
                                              </p:val>
                                            </p:tav>
                                          </p:tavLst>
                                        </p:anim>
                                        <p:anim calcmode="lin" valueType="num" p14:bounceEnd="75000">
                                          <p:cBhvr additive="base">
                                            <p:cTn id="28" dur="2000" fill="hold"/>
                                            <p:tgtEl>
                                              <p:spTgt spid="7"/>
                                            </p:tgtEl>
                                            <p:attrNameLst>
                                              <p:attrName>ppt_y</p:attrName>
                                            </p:attrNameLst>
                                          </p:cBhvr>
                                          <p:tavLst>
                                            <p:tav tm="0">
                                              <p:val>
                                                <p:strVal val="#ppt_y"/>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31" presetID="2" presetClass="entr" presetSubtype="9" fill="hold" nodeType="clickEffect" p14:presetBounceEnd="75000">
                                      <p:stCondLst>
                                        <p:cond delay="0"/>
                                      </p:stCondLst>
                                      <p:childTnLst>
                                        <p:set>
                                          <p:cBhvr>
                                            <p:cTn id="32" dur="1" fill="hold">
                                              <p:stCondLst>
                                                <p:cond delay="0"/>
                                              </p:stCondLst>
                                            </p:cTn>
                                            <p:tgtEl>
                                              <p:spTgt spid="24"/>
                                            </p:tgtEl>
                                            <p:attrNameLst>
                                              <p:attrName>style.visibility</p:attrName>
                                            </p:attrNameLst>
                                          </p:cBhvr>
                                          <p:to>
                                            <p:strVal val="visible"/>
                                          </p:to>
                                        </p:set>
                                        <p:anim calcmode="lin" valueType="num" p14:bounceEnd="75000">
                                          <p:cBhvr additive="base">
                                            <p:cTn id="33" dur="2000" fill="hold"/>
                                            <p:tgtEl>
                                              <p:spTgt spid="24"/>
                                            </p:tgtEl>
                                            <p:attrNameLst>
                                              <p:attrName>ppt_x</p:attrName>
                                            </p:attrNameLst>
                                          </p:cBhvr>
                                          <p:tavLst>
                                            <p:tav tm="0">
                                              <p:val>
                                                <p:strVal val="0-#ppt_w/2"/>
                                              </p:val>
                                            </p:tav>
                                            <p:tav tm="100000">
                                              <p:val>
                                                <p:strVal val="#ppt_x"/>
                                              </p:val>
                                            </p:tav>
                                          </p:tavLst>
                                        </p:anim>
                                        <p:anim calcmode="lin" valueType="num" p14:bounceEnd="75000">
                                          <p:cBhvr additive="base">
                                            <p:cTn id="34" dur="2000" fill="hold"/>
                                            <p:tgtEl>
                                              <p:spTgt spid="24"/>
                                            </p:tgtEl>
                                            <p:attrNameLst>
                                              <p:attrName>ppt_y</p:attrName>
                                            </p:attrNameLst>
                                          </p:cBhvr>
                                          <p:tavLst>
                                            <p:tav tm="0">
                                              <p:val>
                                                <p:strVal val="0-#ppt_h/2"/>
                                              </p:val>
                                            </p:tav>
                                            <p:tav tm="100000">
                                              <p:val>
                                                <p:strVal val="#ppt_y"/>
                                              </p:val>
                                            </p:tav>
                                          </p:tavLst>
                                        </p:anim>
                                      </p:childTnLst>
                                    </p:cTn>
                                  </p:par>
                                </p:childTnLst>
                              </p:cTn>
                            </p:par>
                          </p:childTnLst>
                        </p:cTn>
                      </p:par>
                      <p:par>
                        <p:cTn id="35" fill="hold">
                          <p:stCondLst>
                            <p:cond delay="indefinite"/>
                          </p:stCondLst>
                          <p:childTnLst>
                            <p:par>
                              <p:cTn id="36" fill="hold">
                                <p:stCondLst>
                                  <p:cond delay="0"/>
                                </p:stCondLst>
                                <p:childTnLst>
                                  <p:par>
                                    <p:cTn id="37" presetID="2" presetClass="entr" presetSubtype="8" fill="hold" nodeType="clickEffect" p14:presetBounceEnd="75000">
                                      <p:stCondLst>
                                        <p:cond delay="0"/>
                                      </p:stCondLst>
                                      <p:childTnLst>
                                        <p:set>
                                          <p:cBhvr>
                                            <p:cTn id="38" dur="1" fill="hold">
                                              <p:stCondLst>
                                                <p:cond delay="0"/>
                                              </p:stCondLst>
                                            </p:cTn>
                                            <p:tgtEl>
                                              <p:spTgt spid="25"/>
                                            </p:tgtEl>
                                            <p:attrNameLst>
                                              <p:attrName>style.visibility</p:attrName>
                                            </p:attrNameLst>
                                          </p:cBhvr>
                                          <p:to>
                                            <p:strVal val="visible"/>
                                          </p:to>
                                        </p:set>
                                        <p:anim calcmode="lin" valueType="num" p14:bounceEnd="75000">
                                          <p:cBhvr additive="base">
                                            <p:cTn id="39" dur="2000" fill="hold"/>
                                            <p:tgtEl>
                                              <p:spTgt spid="25"/>
                                            </p:tgtEl>
                                            <p:attrNameLst>
                                              <p:attrName>ppt_x</p:attrName>
                                            </p:attrNameLst>
                                          </p:cBhvr>
                                          <p:tavLst>
                                            <p:tav tm="0">
                                              <p:val>
                                                <p:strVal val="0-#ppt_w/2"/>
                                              </p:val>
                                            </p:tav>
                                            <p:tav tm="100000">
                                              <p:val>
                                                <p:strVal val="#ppt_x"/>
                                              </p:val>
                                            </p:tav>
                                          </p:tavLst>
                                        </p:anim>
                                        <p:anim calcmode="lin" valueType="num" p14:bounceEnd="75000">
                                          <p:cBhvr additive="base">
                                            <p:cTn id="40" dur="2000" fill="hold"/>
                                            <p:tgtEl>
                                              <p:spTgt spid="25"/>
                                            </p:tgtEl>
                                            <p:attrNameLst>
                                              <p:attrName>ppt_y</p:attrName>
                                            </p:attrNameLst>
                                          </p:cBhvr>
                                          <p:tavLst>
                                            <p:tav tm="0">
                                              <p:val>
                                                <p:strVal val="#ppt_y"/>
                                              </p:val>
                                            </p:tav>
                                            <p:tav tm="100000">
                                              <p:val>
                                                <p:strVal val="#ppt_y"/>
                                              </p:val>
                                            </p:tav>
                                          </p:tavLst>
                                        </p:anim>
                                      </p:childTnLst>
                                    </p:cTn>
                                  </p:par>
                                </p:childTnLst>
                              </p:cTn>
                            </p:par>
                          </p:childTnLst>
                        </p:cTn>
                      </p:par>
                      <p:par>
                        <p:cTn id="41" fill="hold">
                          <p:stCondLst>
                            <p:cond delay="indefinite"/>
                          </p:stCondLst>
                          <p:childTnLst>
                            <p:par>
                              <p:cTn id="42" fill="hold">
                                <p:stCondLst>
                                  <p:cond delay="0"/>
                                </p:stCondLst>
                                <p:childTnLst>
                                  <p:par>
                                    <p:cTn id="43" presetID="2" presetClass="entr" presetSubtype="12" fill="hold" nodeType="clickEffect" p14:presetBounceEnd="75000">
                                      <p:stCondLst>
                                        <p:cond delay="0"/>
                                      </p:stCondLst>
                                      <p:childTnLst>
                                        <p:set>
                                          <p:cBhvr>
                                            <p:cTn id="44" dur="1" fill="hold">
                                              <p:stCondLst>
                                                <p:cond delay="0"/>
                                              </p:stCondLst>
                                            </p:cTn>
                                            <p:tgtEl>
                                              <p:spTgt spid="26"/>
                                            </p:tgtEl>
                                            <p:attrNameLst>
                                              <p:attrName>style.visibility</p:attrName>
                                            </p:attrNameLst>
                                          </p:cBhvr>
                                          <p:to>
                                            <p:strVal val="visible"/>
                                          </p:to>
                                        </p:set>
                                        <p:anim calcmode="lin" valueType="num" p14:bounceEnd="75000">
                                          <p:cBhvr additive="base">
                                            <p:cTn id="45" dur="2000" fill="hold"/>
                                            <p:tgtEl>
                                              <p:spTgt spid="26"/>
                                            </p:tgtEl>
                                            <p:attrNameLst>
                                              <p:attrName>ppt_x</p:attrName>
                                            </p:attrNameLst>
                                          </p:cBhvr>
                                          <p:tavLst>
                                            <p:tav tm="0">
                                              <p:val>
                                                <p:strVal val="0-#ppt_w/2"/>
                                              </p:val>
                                            </p:tav>
                                            <p:tav tm="100000">
                                              <p:val>
                                                <p:strVal val="#ppt_x"/>
                                              </p:val>
                                            </p:tav>
                                          </p:tavLst>
                                        </p:anim>
                                        <p:anim calcmode="lin" valueType="num" p14:bounceEnd="75000">
                                          <p:cBhvr additive="base">
                                            <p:cTn id="46" dur="2000" fill="hold"/>
                                            <p:tgtEl>
                                              <p:spTgt spid="26"/>
                                            </p:tgtEl>
                                            <p:attrNameLst>
                                              <p:attrName>ppt_y</p:attrName>
                                            </p:attrNameLst>
                                          </p:cBhvr>
                                          <p:tavLst>
                                            <p:tav tm="0">
                                              <p:val>
                                                <p:strVal val="1+#ppt_h/2"/>
                                              </p:val>
                                            </p:tav>
                                            <p:tav tm="100000">
                                              <p:val>
                                                <p:strVal val="#ppt_y"/>
                                              </p:val>
                                            </p:tav>
                                          </p:tavLst>
                                        </p:anim>
                                      </p:childTnLst>
                                    </p:cTn>
                                  </p:par>
                                </p:childTnLst>
                              </p:cTn>
                            </p:par>
                          </p:childTnLst>
                        </p:cTn>
                      </p:par>
                      <p:par>
                        <p:cTn id="47" fill="hold">
                          <p:stCondLst>
                            <p:cond delay="indefinite"/>
                          </p:stCondLst>
                          <p:childTnLst>
                            <p:par>
                              <p:cTn id="48" fill="hold">
                                <p:stCondLst>
                                  <p:cond delay="0"/>
                                </p:stCondLst>
                                <p:childTnLst>
                                  <p:par>
                                    <p:cTn id="49" presetID="2" presetClass="entr" presetSubtype="3" fill="hold" nodeType="clickEffect" p14:presetBounceEnd="75000">
                                      <p:stCondLst>
                                        <p:cond delay="0"/>
                                      </p:stCondLst>
                                      <p:childTnLst>
                                        <p:set>
                                          <p:cBhvr>
                                            <p:cTn id="50" dur="1" fill="hold">
                                              <p:stCondLst>
                                                <p:cond delay="0"/>
                                              </p:stCondLst>
                                            </p:cTn>
                                            <p:tgtEl>
                                              <p:spTgt spid="27"/>
                                            </p:tgtEl>
                                            <p:attrNameLst>
                                              <p:attrName>style.visibility</p:attrName>
                                            </p:attrNameLst>
                                          </p:cBhvr>
                                          <p:to>
                                            <p:strVal val="visible"/>
                                          </p:to>
                                        </p:set>
                                        <p:anim calcmode="lin" valueType="num" p14:bounceEnd="75000">
                                          <p:cBhvr additive="base">
                                            <p:cTn id="51" dur="2000" fill="hold"/>
                                            <p:tgtEl>
                                              <p:spTgt spid="27"/>
                                            </p:tgtEl>
                                            <p:attrNameLst>
                                              <p:attrName>ppt_x</p:attrName>
                                            </p:attrNameLst>
                                          </p:cBhvr>
                                          <p:tavLst>
                                            <p:tav tm="0">
                                              <p:val>
                                                <p:strVal val="1+#ppt_w/2"/>
                                              </p:val>
                                            </p:tav>
                                            <p:tav tm="100000">
                                              <p:val>
                                                <p:strVal val="#ppt_x"/>
                                              </p:val>
                                            </p:tav>
                                          </p:tavLst>
                                        </p:anim>
                                        <p:anim calcmode="lin" valueType="num" p14:bounceEnd="75000">
                                          <p:cBhvr additive="base">
                                            <p:cTn id="52" dur="2000" fill="hold"/>
                                            <p:tgtEl>
                                              <p:spTgt spid="27"/>
                                            </p:tgtEl>
                                            <p:attrNameLst>
                                              <p:attrName>ppt_y</p:attrName>
                                            </p:attrNameLst>
                                          </p:cBhvr>
                                          <p:tavLst>
                                            <p:tav tm="0">
                                              <p:val>
                                                <p:strVal val="0-#ppt_h/2"/>
                                              </p:val>
                                            </p:tav>
                                            <p:tav tm="100000">
                                              <p:val>
                                                <p:strVal val="#ppt_y"/>
                                              </p:val>
                                            </p:tav>
                                          </p:tavLst>
                                        </p:anim>
                                      </p:childTnLst>
                                    </p:cTn>
                                  </p:par>
                                </p:childTnLst>
                              </p:cTn>
                            </p:par>
                          </p:childTnLst>
                        </p:cTn>
                      </p:par>
                      <p:par>
                        <p:cTn id="53" fill="hold">
                          <p:stCondLst>
                            <p:cond delay="indefinite"/>
                          </p:stCondLst>
                          <p:childTnLst>
                            <p:par>
                              <p:cTn id="54" fill="hold">
                                <p:stCondLst>
                                  <p:cond delay="0"/>
                                </p:stCondLst>
                                <p:childTnLst>
                                  <p:par>
                                    <p:cTn id="55" presetID="2" presetClass="entr" presetSubtype="2" fill="hold" nodeType="clickEffect" p14:presetBounceEnd="75000">
                                      <p:stCondLst>
                                        <p:cond delay="0"/>
                                      </p:stCondLst>
                                      <p:childTnLst>
                                        <p:set>
                                          <p:cBhvr>
                                            <p:cTn id="56" dur="1" fill="hold">
                                              <p:stCondLst>
                                                <p:cond delay="0"/>
                                              </p:stCondLst>
                                            </p:cTn>
                                            <p:tgtEl>
                                              <p:spTgt spid="28"/>
                                            </p:tgtEl>
                                            <p:attrNameLst>
                                              <p:attrName>style.visibility</p:attrName>
                                            </p:attrNameLst>
                                          </p:cBhvr>
                                          <p:to>
                                            <p:strVal val="visible"/>
                                          </p:to>
                                        </p:set>
                                        <p:anim calcmode="lin" valueType="num" p14:bounceEnd="75000">
                                          <p:cBhvr additive="base">
                                            <p:cTn id="57" dur="2000" fill="hold"/>
                                            <p:tgtEl>
                                              <p:spTgt spid="28"/>
                                            </p:tgtEl>
                                            <p:attrNameLst>
                                              <p:attrName>ppt_x</p:attrName>
                                            </p:attrNameLst>
                                          </p:cBhvr>
                                          <p:tavLst>
                                            <p:tav tm="0">
                                              <p:val>
                                                <p:strVal val="1+#ppt_w/2"/>
                                              </p:val>
                                            </p:tav>
                                            <p:tav tm="100000">
                                              <p:val>
                                                <p:strVal val="#ppt_x"/>
                                              </p:val>
                                            </p:tav>
                                          </p:tavLst>
                                        </p:anim>
                                        <p:anim calcmode="lin" valueType="num" p14:bounceEnd="75000">
                                          <p:cBhvr additive="base">
                                            <p:cTn id="58" dur="2000" fill="hold"/>
                                            <p:tgtEl>
                                              <p:spTgt spid="28"/>
                                            </p:tgtEl>
                                            <p:attrNameLst>
                                              <p:attrName>ppt_y</p:attrName>
                                            </p:attrNameLst>
                                          </p:cBhvr>
                                          <p:tavLst>
                                            <p:tav tm="0">
                                              <p:val>
                                                <p:strVal val="#ppt_y"/>
                                              </p:val>
                                            </p:tav>
                                            <p:tav tm="100000">
                                              <p:val>
                                                <p:strVal val="#ppt_y"/>
                                              </p:val>
                                            </p:tav>
                                          </p:tavLst>
                                        </p:anim>
                                      </p:childTnLst>
                                    </p:cTn>
                                  </p:par>
                                </p:childTnLst>
                              </p:cTn>
                            </p:par>
                          </p:childTnLst>
                        </p:cTn>
                      </p:par>
                      <p:par>
                        <p:cTn id="59" fill="hold">
                          <p:stCondLst>
                            <p:cond delay="indefinite"/>
                          </p:stCondLst>
                          <p:childTnLst>
                            <p:par>
                              <p:cTn id="60" fill="hold">
                                <p:stCondLst>
                                  <p:cond delay="0"/>
                                </p:stCondLst>
                                <p:childTnLst>
                                  <p:par>
                                    <p:cTn id="61" presetID="2" presetClass="entr" presetSubtype="6" fill="hold" nodeType="clickEffect" p14:presetBounceEnd="75000">
                                      <p:stCondLst>
                                        <p:cond delay="0"/>
                                      </p:stCondLst>
                                      <p:childTnLst>
                                        <p:set>
                                          <p:cBhvr>
                                            <p:cTn id="62" dur="1" fill="hold">
                                              <p:stCondLst>
                                                <p:cond delay="0"/>
                                              </p:stCondLst>
                                            </p:cTn>
                                            <p:tgtEl>
                                              <p:spTgt spid="29"/>
                                            </p:tgtEl>
                                            <p:attrNameLst>
                                              <p:attrName>style.visibility</p:attrName>
                                            </p:attrNameLst>
                                          </p:cBhvr>
                                          <p:to>
                                            <p:strVal val="visible"/>
                                          </p:to>
                                        </p:set>
                                        <p:anim calcmode="lin" valueType="num" p14:bounceEnd="75000">
                                          <p:cBhvr additive="base">
                                            <p:cTn id="63" dur="2000" fill="hold"/>
                                            <p:tgtEl>
                                              <p:spTgt spid="29"/>
                                            </p:tgtEl>
                                            <p:attrNameLst>
                                              <p:attrName>ppt_x</p:attrName>
                                            </p:attrNameLst>
                                          </p:cBhvr>
                                          <p:tavLst>
                                            <p:tav tm="0">
                                              <p:val>
                                                <p:strVal val="1+#ppt_w/2"/>
                                              </p:val>
                                            </p:tav>
                                            <p:tav tm="100000">
                                              <p:val>
                                                <p:strVal val="#ppt_x"/>
                                              </p:val>
                                            </p:tav>
                                          </p:tavLst>
                                        </p:anim>
                                        <p:anim calcmode="lin" valueType="num" p14:bounceEnd="75000">
                                          <p:cBhvr additive="base">
                                            <p:cTn id="64" dur="2000" fill="hold"/>
                                            <p:tgtEl>
                                              <p:spTgt spid="29"/>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8" grpId="0"/>
        </p:bldLst>
      </p:timing>
    </mc:Choice>
    <mc:Fallback xmlns="">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anim calcmode="lin" valueType="num">
                                          <p:cBhvr additive="base">
                                            <p:cTn id="7" dur="2000" fill="hold"/>
                                            <p:tgtEl>
                                              <p:spTgt spid="8"/>
                                            </p:tgtEl>
                                            <p:attrNameLst>
                                              <p:attrName>ppt_x</p:attrName>
                                            </p:attrNameLst>
                                          </p:cBhvr>
                                          <p:tavLst>
                                            <p:tav tm="0">
                                              <p:val>
                                                <p:strVal val="#ppt_x"/>
                                              </p:val>
                                            </p:tav>
                                            <p:tav tm="100000">
                                              <p:val>
                                                <p:strVal val="#ppt_x"/>
                                              </p:val>
                                            </p:tav>
                                          </p:tavLst>
                                        </p:anim>
                                        <p:anim calcmode="lin" valueType="num">
                                          <p:cBhvr additive="base">
                                            <p:cTn id="8" dur="2000" fill="hold"/>
                                            <p:tgtEl>
                                              <p:spTgt spid="8"/>
                                            </p:tgtEl>
                                            <p:attrNameLst>
                                              <p:attrName>ppt_y</p:attrName>
                                            </p:attrNameLst>
                                          </p:cBhvr>
                                          <p:tavLst>
                                            <p:tav tm="0">
                                              <p:val>
                                                <p:strVal val="1+#ppt_h/2"/>
                                              </p:val>
                                            </p:tav>
                                            <p:tav tm="100000">
                                              <p:val>
                                                <p:strVal val="#ppt_y"/>
                                              </p:val>
                                            </p:tav>
                                          </p:tavLst>
                                        </p:anim>
                                      </p:childTnLst>
                                    </p:cTn>
                                  </p:par>
                                  <p:par>
                                    <p:cTn id="9" presetID="2" presetClass="entr" presetSubtype="4" fill="hold" grpId="0" nodeType="withEffect">
                                      <p:stCondLst>
                                        <p:cond delay="0"/>
                                      </p:stCondLst>
                                      <p:childTnLst>
                                        <p:set>
                                          <p:cBhvr>
                                            <p:cTn id="10" dur="1" fill="hold">
                                              <p:stCondLst>
                                                <p:cond delay="0"/>
                                              </p:stCondLst>
                                            </p:cTn>
                                            <p:tgtEl>
                                              <p:spTgt spid="3"/>
                                            </p:tgtEl>
                                            <p:attrNameLst>
                                              <p:attrName>style.visibility</p:attrName>
                                            </p:attrNameLst>
                                          </p:cBhvr>
                                          <p:to>
                                            <p:strVal val="visible"/>
                                          </p:to>
                                        </p:set>
                                        <p:anim calcmode="lin" valueType="num">
                                          <p:cBhvr additive="base">
                                            <p:cTn id="11" dur="2000" fill="hold"/>
                                            <p:tgtEl>
                                              <p:spTgt spid="3"/>
                                            </p:tgtEl>
                                            <p:attrNameLst>
                                              <p:attrName>ppt_x</p:attrName>
                                            </p:attrNameLst>
                                          </p:cBhvr>
                                          <p:tavLst>
                                            <p:tav tm="0">
                                              <p:val>
                                                <p:strVal val="#ppt_x"/>
                                              </p:val>
                                            </p:tav>
                                            <p:tav tm="100000">
                                              <p:val>
                                                <p:strVal val="#ppt_x"/>
                                              </p:val>
                                            </p:tav>
                                          </p:tavLst>
                                        </p:anim>
                                        <p:anim calcmode="lin" valueType="num">
                                          <p:cBhvr additive="base">
                                            <p:cTn id="12" dur="2000" fill="hold"/>
                                            <p:tgtEl>
                                              <p:spTgt spid="3"/>
                                            </p:tgtEl>
                                            <p:attrNameLst>
                                              <p:attrName>ppt_y</p:attrName>
                                            </p:attrNameLst>
                                          </p:cBhvr>
                                          <p:tavLst>
                                            <p:tav tm="0">
                                              <p:val>
                                                <p:strVal val="1+#ppt_h/2"/>
                                              </p:val>
                                            </p:tav>
                                            <p:tav tm="100000">
                                              <p:val>
                                                <p:strVal val="#ppt_y"/>
                                              </p:val>
                                            </p:tav>
                                          </p:tavLst>
                                        </p:anim>
                                      </p:childTnLst>
                                    </p:cTn>
                                  </p:par>
                                  <p:par>
                                    <p:cTn id="13" presetID="2" presetClass="entr" presetSubtype="2" fill="hold" grpId="0" nodeType="withEffect">
                                      <p:stCondLst>
                                        <p:cond delay="0"/>
                                      </p:stCondLst>
                                      <p:childTnLst>
                                        <p:set>
                                          <p:cBhvr>
                                            <p:cTn id="14" dur="1" fill="hold">
                                              <p:stCondLst>
                                                <p:cond delay="0"/>
                                              </p:stCondLst>
                                            </p:cTn>
                                            <p:tgtEl>
                                              <p:spTgt spid="4"/>
                                            </p:tgtEl>
                                            <p:attrNameLst>
                                              <p:attrName>style.visibility</p:attrName>
                                            </p:attrNameLst>
                                          </p:cBhvr>
                                          <p:to>
                                            <p:strVal val="visible"/>
                                          </p:to>
                                        </p:set>
                                        <p:anim calcmode="lin" valueType="num">
                                          <p:cBhvr additive="base">
                                            <p:cTn id="15" dur="2000" fill="hold"/>
                                            <p:tgtEl>
                                              <p:spTgt spid="4"/>
                                            </p:tgtEl>
                                            <p:attrNameLst>
                                              <p:attrName>ppt_x</p:attrName>
                                            </p:attrNameLst>
                                          </p:cBhvr>
                                          <p:tavLst>
                                            <p:tav tm="0">
                                              <p:val>
                                                <p:strVal val="1+#ppt_w/2"/>
                                              </p:val>
                                            </p:tav>
                                            <p:tav tm="100000">
                                              <p:val>
                                                <p:strVal val="#ppt_x"/>
                                              </p:val>
                                            </p:tav>
                                          </p:tavLst>
                                        </p:anim>
                                        <p:anim calcmode="lin" valueType="num">
                                          <p:cBhvr additive="base">
                                            <p:cTn id="16" dur="2000" fill="hold"/>
                                            <p:tgtEl>
                                              <p:spTgt spid="4"/>
                                            </p:tgtEl>
                                            <p:attrNameLst>
                                              <p:attrName>ppt_y</p:attrName>
                                            </p:attrNameLst>
                                          </p:cBhvr>
                                          <p:tavLst>
                                            <p:tav tm="0">
                                              <p:val>
                                                <p:strVal val="#ppt_y"/>
                                              </p:val>
                                            </p:tav>
                                            <p:tav tm="100000">
                                              <p:val>
                                                <p:strVal val="#ppt_y"/>
                                              </p:val>
                                            </p:tav>
                                          </p:tavLst>
                                        </p:anim>
                                      </p:childTnLst>
                                    </p:cTn>
                                  </p:par>
                                  <p:par>
                                    <p:cTn id="17" presetID="2" presetClass="entr" presetSubtype="2" fill="hold" nodeType="withEffect">
                                      <p:stCondLst>
                                        <p:cond delay="0"/>
                                      </p:stCondLst>
                                      <p:childTnLst>
                                        <p:set>
                                          <p:cBhvr>
                                            <p:cTn id="18" dur="1" fill="hold">
                                              <p:stCondLst>
                                                <p:cond delay="0"/>
                                              </p:stCondLst>
                                            </p:cTn>
                                            <p:tgtEl>
                                              <p:spTgt spid="6"/>
                                            </p:tgtEl>
                                            <p:attrNameLst>
                                              <p:attrName>style.visibility</p:attrName>
                                            </p:attrNameLst>
                                          </p:cBhvr>
                                          <p:to>
                                            <p:strVal val="visible"/>
                                          </p:to>
                                        </p:set>
                                        <p:anim calcmode="lin" valueType="num">
                                          <p:cBhvr additive="base">
                                            <p:cTn id="19" dur="2000" fill="hold"/>
                                            <p:tgtEl>
                                              <p:spTgt spid="6"/>
                                            </p:tgtEl>
                                            <p:attrNameLst>
                                              <p:attrName>ppt_x</p:attrName>
                                            </p:attrNameLst>
                                          </p:cBhvr>
                                          <p:tavLst>
                                            <p:tav tm="0">
                                              <p:val>
                                                <p:strVal val="1+#ppt_w/2"/>
                                              </p:val>
                                            </p:tav>
                                            <p:tav tm="100000">
                                              <p:val>
                                                <p:strVal val="#ppt_x"/>
                                              </p:val>
                                            </p:tav>
                                          </p:tavLst>
                                        </p:anim>
                                        <p:anim calcmode="lin" valueType="num">
                                          <p:cBhvr additive="base">
                                            <p:cTn id="20" dur="2000" fill="hold"/>
                                            <p:tgtEl>
                                              <p:spTgt spid="6"/>
                                            </p:tgtEl>
                                            <p:attrNameLst>
                                              <p:attrName>ppt_y</p:attrName>
                                            </p:attrNameLst>
                                          </p:cBhvr>
                                          <p:tavLst>
                                            <p:tav tm="0">
                                              <p:val>
                                                <p:strVal val="#ppt_y"/>
                                              </p:val>
                                            </p:tav>
                                            <p:tav tm="100000">
                                              <p:val>
                                                <p:strVal val="#ppt_y"/>
                                              </p:val>
                                            </p:tav>
                                          </p:tavLst>
                                        </p:anim>
                                      </p:childTnLst>
                                    </p:cTn>
                                  </p:par>
                                  <p:par>
                                    <p:cTn id="21" presetID="2" presetClass="entr" presetSubtype="8" fill="hold" grpId="0" nodeType="withEffect">
                                      <p:stCondLst>
                                        <p:cond delay="0"/>
                                      </p:stCondLst>
                                      <p:childTnLst>
                                        <p:set>
                                          <p:cBhvr>
                                            <p:cTn id="22" dur="1" fill="hold">
                                              <p:stCondLst>
                                                <p:cond delay="0"/>
                                              </p:stCondLst>
                                            </p:cTn>
                                            <p:tgtEl>
                                              <p:spTgt spid="5"/>
                                            </p:tgtEl>
                                            <p:attrNameLst>
                                              <p:attrName>style.visibility</p:attrName>
                                            </p:attrNameLst>
                                          </p:cBhvr>
                                          <p:to>
                                            <p:strVal val="visible"/>
                                          </p:to>
                                        </p:set>
                                        <p:anim calcmode="lin" valueType="num">
                                          <p:cBhvr additive="base">
                                            <p:cTn id="23" dur="2000" fill="hold"/>
                                            <p:tgtEl>
                                              <p:spTgt spid="5"/>
                                            </p:tgtEl>
                                            <p:attrNameLst>
                                              <p:attrName>ppt_x</p:attrName>
                                            </p:attrNameLst>
                                          </p:cBhvr>
                                          <p:tavLst>
                                            <p:tav tm="0">
                                              <p:val>
                                                <p:strVal val="0-#ppt_w/2"/>
                                              </p:val>
                                            </p:tav>
                                            <p:tav tm="100000">
                                              <p:val>
                                                <p:strVal val="#ppt_x"/>
                                              </p:val>
                                            </p:tav>
                                          </p:tavLst>
                                        </p:anim>
                                        <p:anim calcmode="lin" valueType="num">
                                          <p:cBhvr additive="base">
                                            <p:cTn id="24" dur="2000" fill="hold"/>
                                            <p:tgtEl>
                                              <p:spTgt spid="5"/>
                                            </p:tgtEl>
                                            <p:attrNameLst>
                                              <p:attrName>ppt_y</p:attrName>
                                            </p:attrNameLst>
                                          </p:cBhvr>
                                          <p:tavLst>
                                            <p:tav tm="0">
                                              <p:val>
                                                <p:strVal val="#ppt_y"/>
                                              </p:val>
                                            </p:tav>
                                            <p:tav tm="100000">
                                              <p:val>
                                                <p:strVal val="#ppt_y"/>
                                              </p:val>
                                            </p:tav>
                                          </p:tavLst>
                                        </p:anim>
                                      </p:childTnLst>
                                    </p:cTn>
                                  </p:par>
                                  <p:par>
                                    <p:cTn id="25" presetID="2" presetClass="entr" presetSubtype="8" fill="hold" nodeType="withEffect">
                                      <p:stCondLst>
                                        <p:cond delay="0"/>
                                      </p:stCondLst>
                                      <p:childTnLst>
                                        <p:set>
                                          <p:cBhvr>
                                            <p:cTn id="26" dur="1" fill="hold">
                                              <p:stCondLst>
                                                <p:cond delay="0"/>
                                              </p:stCondLst>
                                            </p:cTn>
                                            <p:tgtEl>
                                              <p:spTgt spid="7"/>
                                            </p:tgtEl>
                                            <p:attrNameLst>
                                              <p:attrName>style.visibility</p:attrName>
                                            </p:attrNameLst>
                                          </p:cBhvr>
                                          <p:to>
                                            <p:strVal val="visible"/>
                                          </p:to>
                                        </p:set>
                                        <p:anim calcmode="lin" valueType="num">
                                          <p:cBhvr additive="base">
                                            <p:cTn id="27" dur="2000" fill="hold"/>
                                            <p:tgtEl>
                                              <p:spTgt spid="7"/>
                                            </p:tgtEl>
                                            <p:attrNameLst>
                                              <p:attrName>ppt_x</p:attrName>
                                            </p:attrNameLst>
                                          </p:cBhvr>
                                          <p:tavLst>
                                            <p:tav tm="0">
                                              <p:val>
                                                <p:strVal val="0-#ppt_w/2"/>
                                              </p:val>
                                            </p:tav>
                                            <p:tav tm="100000">
                                              <p:val>
                                                <p:strVal val="#ppt_x"/>
                                              </p:val>
                                            </p:tav>
                                          </p:tavLst>
                                        </p:anim>
                                        <p:anim calcmode="lin" valueType="num">
                                          <p:cBhvr additive="base">
                                            <p:cTn id="28" dur="2000" fill="hold"/>
                                            <p:tgtEl>
                                              <p:spTgt spid="7"/>
                                            </p:tgtEl>
                                            <p:attrNameLst>
                                              <p:attrName>ppt_y</p:attrName>
                                            </p:attrNameLst>
                                          </p:cBhvr>
                                          <p:tavLst>
                                            <p:tav tm="0">
                                              <p:val>
                                                <p:strVal val="#ppt_y"/>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31" presetID="2" presetClass="entr" presetSubtype="9" fill="hold" nodeType="clickEffect">
                                      <p:stCondLst>
                                        <p:cond delay="0"/>
                                      </p:stCondLst>
                                      <p:childTnLst>
                                        <p:set>
                                          <p:cBhvr>
                                            <p:cTn id="32" dur="1" fill="hold">
                                              <p:stCondLst>
                                                <p:cond delay="0"/>
                                              </p:stCondLst>
                                            </p:cTn>
                                            <p:tgtEl>
                                              <p:spTgt spid="24"/>
                                            </p:tgtEl>
                                            <p:attrNameLst>
                                              <p:attrName>style.visibility</p:attrName>
                                            </p:attrNameLst>
                                          </p:cBhvr>
                                          <p:to>
                                            <p:strVal val="visible"/>
                                          </p:to>
                                        </p:set>
                                        <p:anim calcmode="lin" valueType="num">
                                          <p:cBhvr additive="base">
                                            <p:cTn id="33" dur="2000" fill="hold"/>
                                            <p:tgtEl>
                                              <p:spTgt spid="24"/>
                                            </p:tgtEl>
                                            <p:attrNameLst>
                                              <p:attrName>ppt_x</p:attrName>
                                            </p:attrNameLst>
                                          </p:cBhvr>
                                          <p:tavLst>
                                            <p:tav tm="0">
                                              <p:val>
                                                <p:strVal val="0-#ppt_w/2"/>
                                              </p:val>
                                            </p:tav>
                                            <p:tav tm="100000">
                                              <p:val>
                                                <p:strVal val="#ppt_x"/>
                                              </p:val>
                                            </p:tav>
                                          </p:tavLst>
                                        </p:anim>
                                        <p:anim calcmode="lin" valueType="num">
                                          <p:cBhvr additive="base">
                                            <p:cTn id="34" dur="2000" fill="hold"/>
                                            <p:tgtEl>
                                              <p:spTgt spid="24"/>
                                            </p:tgtEl>
                                            <p:attrNameLst>
                                              <p:attrName>ppt_y</p:attrName>
                                            </p:attrNameLst>
                                          </p:cBhvr>
                                          <p:tavLst>
                                            <p:tav tm="0">
                                              <p:val>
                                                <p:strVal val="0-#ppt_h/2"/>
                                              </p:val>
                                            </p:tav>
                                            <p:tav tm="100000">
                                              <p:val>
                                                <p:strVal val="#ppt_y"/>
                                              </p:val>
                                            </p:tav>
                                          </p:tavLst>
                                        </p:anim>
                                      </p:childTnLst>
                                    </p:cTn>
                                  </p:par>
                                </p:childTnLst>
                              </p:cTn>
                            </p:par>
                          </p:childTnLst>
                        </p:cTn>
                      </p:par>
                      <p:par>
                        <p:cTn id="35" fill="hold">
                          <p:stCondLst>
                            <p:cond delay="indefinite"/>
                          </p:stCondLst>
                          <p:childTnLst>
                            <p:par>
                              <p:cTn id="36" fill="hold">
                                <p:stCondLst>
                                  <p:cond delay="0"/>
                                </p:stCondLst>
                                <p:childTnLst>
                                  <p:par>
                                    <p:cTn id="37" presetID="2" presetClass="entr" presetSubtype="8" fill="hold" nodeType="clickEffect">
                                      <p:stCondLst>
                                        <p:cond delay="0"/>
                                      </p:stCondLst>
                                      <p:childTnLst>
                                        <p:set>
                                          <p:cBhvr>
                                            <p:cTn id="38" dur="1" fill="hold">
                                              <p:stCondLst>
                                                <p:cond delay="0"/>
                                              </p:stCondLst>
                                            </p:cTn>
                                            <p:tgtEl>
                                              <p:spTgt spid="25"/>
                                            </p:tgtEl>
                                            <p:attrNameLst>
                                              <p:attrName>style.visibility</p:attrName>
                                            </p:attrNameLst>
                                          </p:cBhvr>
                                          <p:to>
                                            <p:strVal val="visible"/>
                                          </p:to>
                                        </p:set>
                                        <p:anim calcmode="lin" valueType="num">
                                          <p:cBhvr additive="base">
                                            <p:cTn id="39" dur="2000" fill="hold"/>
                                            <p:tgtEl>
                                              <p:spTgt spid="25"/>
                                            </p:tgtEl>
                                            <p:attrNameLst>
                                              <p:attrName>ppt_x</p:attrName>
                                            </p:attrNameLst>
                                          </p:cBhvr>
                                          <p:tavLst>
                                            <p:tav tm="0">
                                              <p:val>
                                                <p:strVal val="0-#ppt_w/2"/>
                                              </p:val>
                                            </p:tav>
                                            <p:tav tm="100000">
                                              <p:val>
                                                <p:strVal val="#ppt_x"/>
                                              </p:val>
                                            </p:tav>
                                          </p:tavLst>
                                        </p:anim>
                                        <p:anim calcmode="lin" valueType="num">
                                          <p:cBhvr additive="base">
                                            <p:cTn id="40" dur="2000" fill="hold"/>
                                            <p:tgtEl>
                                              <p:spTgt spid="25"/>
                                            </p:tgtEl>
                                            <p:attrNameLst>
                                              <p:attrName>ppt_y</p:attrName>
                                            </p:attrNameLst>
                                          </p:cBhvr>
                                          <p:tavLst>
                                            <p:tav tm="0">
                                              <p:val>
                                                <p:strVal val="#ppt_y"/>
                                              </p:val>
                                            </p:tav>
                                            <p:tav tm="100000">
                                              <p:val>
                                                <p:strVal val="#ppt_y"/>
                                              </p:val>
                                            </p:tav>
                                          </p:tavLst>
                                        </p:anim>
                                      </p:childTnLst>
                                    </p:cTn>
                                  </p:par>
                                </p:childTnLst>
                              </p:cTn>
                            </p:par>
                          </p:childTnLst>
                        </p:cTn>
                      </p:par>
                      <p:par>
                        <p:cTn id="41" fill="hold">
                          <p:stCondLst>
                            <p:cond delay="indefinite"/>
                          </p:stCondLst>
                          <p:childTnLst>
                            <p:par>
                              <p:cTn id="42" fill="hold">
                                <p:stCondLst>
                                  <p:cond delay="0"/>
                                </p:stCondLst>
                                <p:childTnLst>
                                  <p:par>
                                    <p:cTn id="43" presetID="2" presetClass="entr" presetSubtype="12" fill="hold" nodeType="clickEffect">
                                      <p:stCondLst>
                                        <p:cond delay="0"/>
                                      </p:stCondLst>
                                      <p:childTnLst>
                                        <p:set>
                                          <p:cBhvr>
                                            <p:cTn id="44" dur="1" fill="hold">
                                              <p:stCondLst>
                                                <p:cond delay="0"/>
                                              </p:stCondLst>
                                            </p:cTn>
                                            <p:tgtEl>
                                              <p:spTgt spid="26"/>
                                            </p:tgtEl>
                                            <p:attrNameLst>
                                              <p:attrName>style.visibility</p:attrName>
                                            </p:attrNameLst>
                                          </p:cBhvr>
                                          <p:to>
                                            <p:strVal val="visible"/>
                                          </p:to>
                                        </p:set>
                                        <p:anim calcmode="lin" valueType="num">
                                          <p:cBhvr additive="base">
                                            <p:cTn id="45" dur="2000" fill="hold"/>
                                            <p:tgtEl>
                                              <p:spTgt spid="26"/>
                                            </p:tgtEl>
                                            <p:attrNameLst>
                                              <p:attrName>ppt_x</p:attrName>
                                            </p:attrNameLst>
                                          </p:cBhvr>
                                          <p:tavLst>
                                            <p:tav tm="0">
                                              <p:val>
                                                <p:strVal val="0-#ppt_w/2"/>
                                              </p:val>
                                            </p:tav>
                                            <p:tav tm="100000">
                                              <p:val>
                                                <p:strVal val="#ppt_x"/>
                                              </p:val>
                                            </p:tav>
                                          </p:tavLst>
                                        </p:anim>
                                        <p:anim calcmode="lin" valueType="num">
                                          <p:cBhvr additive="base">
                                            <p:cTn id="46" dur="2000" fill="hold"/>
                                            <p:tgtEl>
                                              <p:spTgt spid="26"/>
                                            </p:tgtEl>
                                            <p:attrNameLst>
                                              <p:attrName>ppt_y</p:attrName>
                                            </p:attrNameLst>
                                          </p:cBhvr>
                                          <p:tavLst>
                                            <p:tav tm="0">
                                              <p:val>
                                                <p:strVal val="1+#ppt_h/2"/>
                                              </p:val>
                                            </p:tav>
                                            <p:tav tm="100000">
                                              <p:val>
                                                <p:strVal val="#ppt_y"/>
                                              </p:val>
                                            </p:tav>
                                          </p:tavLst>
                                        </p:anim>
                                      </p:childTnLst>
                                    </p:cTn>
                                  </p:par>
                                </p:childTnLst>
                              </p:cTn>
                            </p:par>
                          </p:childTnLst>
                        </p:cTn>
                      </p:par>
                      <p:par>
                        <p:cTn id="47" fill="hold">
                          <p:stCondLst>
                            <p:cond delay="indefinite"/>
                          </p:stCondLst>
                          <p:childTnLst>
                            <p:par>
                              <p:cTn id="48" fill="hold">
                                <p:stCondLst>
                                  <p:cond delay="0"/>
                                </p:stCondLst>
                                <p:childTnLst>
                                  <p:par>
                                    <p:cTn id="49" presetID="2" presetClass="entr" presetSubtype="3" fill="hold" nodeType="clickEffect">
                                      <p:stCondLst>
                                        <p:cond delay="0"/>
                                      </p:stCondLst>
                                      <p:childTnLst>
                                        <p:set>
                                          <p:cBhvr>
                                            <p:cTn id="50" dur="1" fill="hold">
                                              <p:stCondLst>
                                                <p:cond delay="0"/>
                                              </p:stCondLst>
                                            </p:cTn>
                                            <p:tgtEl>
                                              <p:spTgt spid="27"/>
                                            </p:tgtEl>
                                            <p:attrNameLst>
                                              <p:attrName>style.visibility</p:attrName>
                                            </p:attrNameLst>
                                          </p:cBhvr>
                                          <p:to>
                                            <p:strVal val="visible"/>
                                          </p:to>
                                        </p:set>
                                        <p:anim calcmode="lin" valueType="num">
                                          <p:cBhvr additive="base">
                                            <p:cTn id="51" dur="2000" fill="hold"/>
                                            <p:tgtEl>
                                              <p:spTgt spid="27"/>
                                            </p:tgtEl>
                                            <p:attrNameLst>
                                              <p:attrName>ppt_x</p:attrName>
                                            </p:attrNameLst>
                                          </p:cBhvr>
                                          <p:tavLst>
                                            <p:tav tm="0">
                                              <p:val>
                                                <p:strVal val="1+#ppt_w/2"/>
                                              </p:val>
                                            </p:tav>
                                            <p:tav tm="100000">
                                              <p:val>
                                                <p:strVal val="#ppt_x"/>
                                              </p:val>
                                            </p:tav>
                                          </p:tavLst>
                                        </p:anim>
                                        <p:anim calcmode="lin" valueType="num">
                                          <p:cBhvr additive="base">
                                            <p:cTn id="52" dur="2000" fill="hold"/>
                                            <p:tgtEl>
                                              <p:spTgt spid="27"/>
                                            </p:tgtEl>
                                            <p:attrNameLst>
                                              <p:attrName>ppt_y</p:attrName>
                                            </p:attrNameLst>
                                          </p:cBhvr>
                                          <p:tavLst>
                                            <p:tav tm="0">
                                              <p:val>
                                                <p:strVal val="0-#ppt_h/2"/>
                                              </p:val>
                                            </p:tav>
                                            <p:tav tm="100000">
                                              <p:val>
                                                <p:strVal val="#ppt_y"/>
                                              </p:val>
                                            </p:tav>
                                          </p:tavLst>
                                        </p:anim>
                                      </p:childTnLst>
                                    </p:cTn>
                                  </p:par>
                                </p:childTnLst>
                              </p:cTn>
                            </p:par>
                          </p:childTnLst>
                        </p:cTn>
                      </p:par>
                      <p:par>
                        <p:cTn id="53" fill="hold">
                          <p:stCondLst>
                            <p:cond delay="indefinite"/>
                          </p:stCondLst>
                          <p:childTnLst>
                            <p:par>
                              <p:cTn id="54" fill="hold">
                                <p:stCondLst>
                                  <p:cond delay="0"/>
                                </p:stCondLst>
                                <p:childTnLst>
                                  <p:par>
                                    <p:cTn id="55" presetID="2" presetClass="entr" presetSubtype="2" fill="hold" nodeType="clickEffect">
                                      <p:stCondLst>
                                        <p:cond delay="0"/>
                                      </p:stCondLst>
                                      <p:childTnLst>
                                        <p:set>
                                          <p:cBhvr>
                                            <p:cTn id="56" dur="1" fill="hold">
                                              <p:stCondLst>
                                                <p:cond delay="0"/>
                                              </p:stCondLst>
                                            </p:cTn>
                                            <p:tgtEl>
                                              <p:spTgt spid="28"/>
                                            </p:tgtEl>
                                            <p:attrNameLst>
                                              <p:attrName>style.visibility</p:attrName>
                                            </p:attrNameLst>
                                          </p:cBhvr>
                                          <p:to>
                                            <p:strVal val="visible"/>
                                          </p:to>
                                        </p:set>
                                        <p:anim calcmode="lin" valueType="num">
                                          <p:cBhvr additive="base">
                                            <p:cTn id="57" dur="2000" fill="hold"/>
                                            <p:tgtEl>
                                              <p:spTgt spid="28"/>
                                            </p:tgtEl>
                                            <p:attrNameLst>
                                              <p:attrName>ppt_x</p:attrName>
                                            </p:attrNameLst>
                                          </p:cBhvr>
                                          <p:tavLst>
                                            <p:tav tm="0">
                                              <p:val>
                                                <p:strVal val="1+#ppt_w/2"/>
                                              </p:val>
                                            </p:tav>
                                            <p:tav tm="100000">
                                              <p:val>
                                                <p:strVal val="#ppt_x"/>
                                              </p:val>
                                            </p:tav>
                                          </p:tavLst>
                                        </p:anim>
                                        <p:anim calcmode="lin" valueType="num">
                                          <p:cBhvr additive="base">
                                            <p:cTn id="58" dur="2000" fill="hold"/>
                                            <p:tgtEl>
                                              <p:spTgt spid="28"/>
                                            </p:tgtEl>
                                            <p:attrNameLst>
                                              <p:attrName>ppt_y</p:attrName>
                                            </p:attrNameLst>
                                          </p:cBhvr>
                                          <p:tavLst>
                                            <p:tav tm="0">
                                              <p:val>
                                                <p:strVal val="#ppt_y"/>
                                              </p:val>
                                            </p:tav>
                                            <p:tav tm="100000">
                                              <p:val>
                                                <p:strVal val="#ppt_y"/>
                                              </p:val>
                                            </p:tav>
                                          </p:tavLst>
                                        </p:anim>
                                      </p:childTnLst>
                                    </p:cTn>
                                  </p:par>
                                </p:childTnLst>
                              </p:cTn>
                            </p:par>
                          </p:childTnLst>
                        </p:cTn>
                      </p:par>
                      <p:par>
                        <p:cTn id="59" fill="hold">
                          <p:stCondLst>
                            <p:cond delay="indefinite"/>
                          </p:stCondLst>
                          <p:childTnLst>
                            <p:par>
                              <p:cTn id="60" fill="hold">
                                <p:stCondLst>
                                  <p:cond delay="0"/>
                                </p:stCondLst>
                                <p:childTnLst>
                                  <p:par>
                                    <p:cTn id="61" presetID="2" presetClass="entr" presetSubtype="6" fill="hold" nodeType="clickEffect">
                                      <p:stCondLst>
                                        <p:cond delay="0"/>
                                      </p:stCondLst>
                                      <p:childTnLst>
                                        <p:set>
                                          <p:cBhvr>
                                            <p:cTn id="62" dur="1" fill="hold">
                                              <p:stCondLst>
                                                <p:cond delay="0"/>
                                              </p:stCondLst>
                                            </p:cTn>
                                            <p:tgtEl>
                                              <p:spTgt spid="29"/>
                                            </p:tgtEl>
                                            <p:attrNameLst>
                                              <p:attrName>style.visibility</p:attrName>
                                            </p:attrNameLst>
                                          </p:cBhvr>
                                          <p:to>
                                            <p:strVal val="visible"/>
                                          </p:to>
                                        </p:set>
                                        <p:anim calcmode="lin" valueType="num">
                                          <p:cBhvr additive="base">
                                            <p:cTn id="63" dur="2000" fill="hold"/>
                                            <p:tgtEl>
                                              <p:spTgt spid="29"/>
                                            </p:tgtEl>
                                            <p:attrNameLst>
                                              <p:attrName>ppt_x</p:attrName>
                                            </p:attrNameLst>
                                          </p:cBhvr>
                                          <p:tavLst>
                                            <p:tav tm="0">
                                              <p:val>
                                                <p:strVal val="1+#ppt_w/2"/>
                                              </p:val>
                                            </p:tav>
                                            <p:tav tm="100000">
                                              <p:val>
                                                <p:strVal val="#ppt_x"/>
                                              </p:val>
                                            </p:tav>
                                          </p:tavLst>
                                        </p:anim>
                                        <p:anim calcmode="lin" valueType="num">
                                          <p:cBhvr additive="base">
                                            <p:cTn id="64" dur="2000" fill="hold"/>
                                            <p:tgtEl>
                                              <p:spTgt spid="29"/>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8" grpId="0"/>
        </p:bldLst>
      </p:timing>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Freeform 5"/>
          <p:cNvSpPr/>
          <p:nvPr/>
        </p:nvSpPr>
        <p:spPr>
          <a:xfrm>
            <a:off x="4778485" y="115614"/>
            <a:ext cx="2540439" cy="1383897"/>
          </a:xfrm>
          <a:custGeom>
            <a:avLst/>
            <a:gdLst>
              <a:gd name="connsiteX0" fmla="*/ 0 w 2540439"/>
              <a:gd name="connsiteY0" fmla="*/ 0 h 1383897"/>
              <a:gd name="connsiteX1" fmla="*/ 2540439 w 2540439"/>
              <a:gd name="connsiteY1" fmla="*/ 0 h 1383897"/>
              <a:gd name="connsiteX2" fmla="*/ 2540439 w 2540439"/>
              <a:gd name="connsiteY2" fmla="*/ 1383897 h 1383897"/>
              <a:gd name="connsiteX3" fmla="*/ 0 w 2540439"/>
              <a:gd name="connsiteY3" fmla="*/ 1383897 h 1383897"/>
              <a:gd name="connsiteX4" fmla="*/ 0 w 2540439"/>
              <a:gd name="connsiteY4" fmla="*/ 0 h 13838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540439" h="1383897">
                <a:moveTo>
                  <a:pt x="0" y="0"/>
                </a:moveTo>
                <a:lnTo>
                  <a:pt x="2540439" y="0"/>
                </a:lnTo>
                <a:lnTo>
                  <a:pt x="2540439" y="1383897"/>
                </a:lnTo>
                <a:lnTo>
                  <a:pt x="0" y="1383897"/>
                </a:lnTo>
                <a:lnTo>
                  <a:pt x="0" y="0"/>
                </a:lnTo>
                <a:close/>
              </a:path>
            </a:pathLst>
          </a:custGeom>
          <a:noFill/>
          <a:ln>
            <a:noFill/>
          </a:ln>
          <a:sp3d/>
        </p:spPr>
        <p:style>
          <a:lnRef idx="0">
            <a:scrgbClr r="0" g="0" b="0"/>
          </a:lnRef>
          <a:fillRef idx="0">
            <a:scrgbClr r="0" g="0" b="0"/>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0" tIns="0" rIns="0" bIns="0" numCol="1" spcCol="1270" anchor="ctr" anchorCtr="0">
            <a:noAutofit/>
          </a:bodyPr>
          <a:lstStyle/>
          <a:p>
            <a:pPr lvl="0" algn="ctr" defTabSz="2178050" rtl="0">
              <a:lnSpc>
                <a:spcPct val="90000"/>
              </a:lnSpc>
              <a:spcBef>
                <a:spcPct val="0"/>
              </a:spcBef>
              <a:spcAft>
                <a:spcPct val="35000"/>
              </a:spcAft>
            </a:pPr>
            <a:br>
              <a:rPr lang="en-US" sz="4900" kern="1200" dirty="0"/>
            </a:br>
            <a:endParaRPr lang="en-US" sz="4900" kern="1200" dirty="0"/>
          </a:p>
        </p:txBody>
      </p:sp>
      <p:sp>
        <p:nvSpPr>
          <p:cNvPr id="8" name="Freeform 7"/>
          <p:cNvSpPr/>
          <p:nvPr/>
        </p:nvSpPr>
        <p:spPr>
          <a:xfrm>
            <a:off x="7875281" y="1433611"/>
            <a:ext cx="2407489" cy="1515696"/>
          </a:xfrm>
          <a:custGeom>
            <a:avLst/>
            <a:gdLst>
              <a:gd name="connsiteX0" fmla="*/ 0 w 2407489"/>
              <a:gd name="connsiteY0" fmla="*/ 0 h 1515696"/>
              <a:gd name="connsiteX1" fmla="*/ 2407489 w 2407489"/>
              <a:gd name="connsiteY1" fmla="*/ 0 h 1515696"/>
              <a:gd name="connsiteX2" fmla="*/ 2407489 w 2407489"/>
              <a:gd name="connsiteY2" fmla="*/ 1515696 h 1515696"/>
              <a:gd name="connsiteX3" fmla="*/ 0 w 2407489"/>
              <a:gd name="connsiteY3" fmla="*/ 1515696 h 1515696"/>
              <a:gd name="connsiteX4" fmla="*/ 0 w 2407489"/>
              <a:gd name="connsiteY4" fmla="*/ 0 h 15156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407489" h="1515696">
                <a:moveTo>
                  <a:pt x="0" y="0"/>
                </a:moveTo>
                <a:lnTo>
                  <a:pt x="2407489" y="0"/>
                </a:lnTo>
                <a:lnTo>
                  <a:pt x="2407489" y="1515696"/>
                </a:lnTo>
                <a:lnTo>
                  <a:pt x="0" y="1515696"/>
                </a:lnTo>
                <a:lnTo>
                  <a:pt x="0" y="0"/>
                </a:lnTo>
                <a:close/>
              </a:path>
            </a:pathLst>
          </a:custGeom>
          <a:noFill/>
          <a:ln>
            <a:noFill/>
          </a:ln>
          <a:sp3d/>
        </p:spPr>
        <p:style>
          <a:lnRef idx="0">
            <a:scrgbClr r="0" g="0" b="0"/>
          </a:lnRef>
          <a:fillRef idx="0">
            <a:scrgbClr r="0" g="0" b="0"/>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0" tIns="0" rIns="0" bIns="0" numCol="1" spcCol="1270" anchor="ctr" anchorCtr="0">
            <a:noAutofit/>
          </a:bodyPr>
          <a:lstStyle/>
          <a:p>
            <a:pPr lvl="0" algn="ctr" defTabSz="2178050">
              <a:lnSpc>
                <a:spcPct val="90000"/>
              </a:lnSpc>
              <a:spcBef>
                <a:spcPct val="0"/>
              </a:spcBef>
              <a:spcAft>
                <a:spcPct val="35000"/>
              </a:spcAft>
            </a:pPr>
            <a:endParaRPr lang="en-US" sz="4900" kern="1200"/>
          </a:p>
        </p:txBody>
      </p:sp>
      <p:sp>
        <p:nvSpPr>
          <p:cNvPr id="10" name="Freeform 9"/>
          <p:cNvSpPr/>
          <p:nvPr/>
        </p:nvSpPr>
        <p:spPr>
          <a:xfrm>
            <a:off x="7875281" y="3693976"/>
            <a:ext cx="2407489" cy="1693626"/>
          </a:xfrm>
          <a:custGeom>
            <a:avLst/>
            <a:gdLst>
              <a:gd name="connsiteX0" fmla="*/ 0 w 2407489"/>
              <a:gd name="connsiteY0" fmla="*/ 0 h 1693626"/>
              <a:gd name="connsiteX1" fmla="*/ 2407489 w 2407489"/>
              <a:gd name="connsiteY1" fmla="*/ 0 h 1693626"/>
              <a:gd name="connsiteX2" fmla="*/ 2407489 w 2407489"/>
              <a:gd name="connsiteY2" fmla="*/ 1693626 h 1693626"/>
              <a:gd name="connsiteX3" fmla="*/ 0 w 2407489"/>
              <a:gd name="connsiteY3" fmla="*/ 1693626 h 1693626"/>
              <a:gd name="connsiteX4" fmla="*/ 0 w 2407489"/>
              <a:gd name="connsiteY4" fmla="*/ 0 h 169362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407489" h="1693626">
                <a:moveTo>
                  <a:pt x="0" y="0"/>
                </a:moveTo>
                <a:lnTo>
                  <a:pt x="2407489" y="0"/>
                </a:lnTo>
                <a:lnTo>
                  <a:pt x="2407489" y="1693626"/>
                </a:lnTo>
                <a:lnTo>
                  <a:pt x="0" y="1693626"/>
                </a:lnTo>
                <a:lnTo>
                  <a:pt x="0" y="0"/>
                </a:lnTo>
                <a:close/>
              </a:path>
            </a:pathLst>
          </a:custGeom>
          <a:noFill/>
          <a:ln>
            <a:noFill/>
          </a:ln>
          <a:sp3d/>
        </p:spPr>
        <p:style>
          <a:lnRef idx="0">
            <a:scrgbClr r="0" g="0" b="0"/>
          </a:lnRef>
          <a:fillRef idx="0">
            <a:scrgbClr r="0" g="0" b="0"/>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0" tIns="0" rIns="0" bIns="0" numCol="1" spcCol="1270" anchor="ctr" anchorCtr="0">
            <a:noAutofit/>
          </a:bodyPr>
          <a:lstStyle/>
          <a:p>
            <a:pPr lvl="0" algn="ctr" defTabSz="2178050">
              <a:lnSpc>
                <a:spcPct val="90000"/>
              </a:lnSpc>
              <a:spcBef>
                <a:spcPct val="0"/>
              </a:spcBef>
              <a:spcAft>
                <a:spcPct val="35000"/>
              </a:spcAft>
            </a:pPr>
            <a:endParaRPr lang="en-US" sz="4900" kern="1200"/>
          </a:p>
        </p:txBody>
      </p:sp>
      <p:sp>
        <p:nvSpPr>
          <p:cNvPr id="12" name="Freeform 11"/>
          <p:cNvSpPr/>
          <p:nvPr/>
        </p:nvSpPr>
        <p:spPr>
          <a:xfrm>
            <a:off x="4778485" y="5321702"/>
            <a:ext cx="2540439" cy="1383897"/>
          </a:xfrm>
          <a:custGeom>
            <a:avLst/>
            <a:gdLst>
              <a:gd name="connsiteX0" fmla="*/ 0 w 2540439"/>
              <a:gd name="connsiteY0" fmla="*/ 0 h 1383897"/>
              <a:gd name="connsiteX1" fmla="*/ 2540439 w 2540439"/>
              <a:gd name="connsiteY1" fmla="*/ 0 h 1383897"/>
              <a:gd name="connsiteX2" fmla="*/ 2540439 w 2540439"/>
              <a:gd name="connsiteY2" fmla="*/ 1383897 h 1383897"/>
              <a:gd name="connsiteX3" fmla="*/ 0 w 2540439"/>
              <a:gd name="connsiteY3" fmla="*/ 1383897 h 1383897"/>
              <a:gd name="connsiteX4" fmla="*/ 0 w 2540439"/>
              <a:gd name="connsiteY4" fmla="*/ 0 h 13838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540439" h="1383897">
                <a:moveTo>
                  <a:pt x="0" y="0"/>
                </a:moveTo>
                <a:lnTo>
                  <a:pt x="2540439" y="0"/>
                </a:lnTo>
                <a:lnTo>
                  <a:pt x="2540439" y="1383897"/>
                </a:lnTo>
                <a:lnTo>
                  <a:pt x="0" y="1383897"/>
                </a:lnTo>
                <a:lnTo>
                  <a:pt x="0" y="0"/>
                </a:lnTo>
                <a:close/>
              </a:path>
            </a:pathLst>
          </a:custGeom>
          <a:noFill/>
          <a:ln>
            <a:noFill/>
          </a:ln>
          <a:sp3d/>
        </p:spPr>
        <p:style>
          <a:lnRef idx="0">
            <a:scrgbClr r="0" g="0" b="0"/>
          </a:lnRef>
          <a:fillRef idx="0">
            <a:scrgbClr r="0" g="0" b="0"/>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0" tIns="0" rIns="0" bIns="0" numCol="1" spcCol="1270" anchor="ctr" anchorCtr="0">
            <a:noAutofit/>
          </a:bodyPr>
          <a:lstStyle/>
          <a:p>
            <a:pPr lvl="0" algn="ctr" defTabSz="2178050">
              <a:lnSpc>
                <a:spcPct val="90000"/>
              </a:lnSpc>
              <a:spcBef>
                <a:spcPct val="0"/>
              </a:spcBef>
              <a:spcAft>
                <a:spcPct val="35000"/>
              </a:spcAft>
            </a:pPr>
            <a:endParaRPr lang="en-US" sz="4900" kern="1200"/>
          </a:p>
        </p:txBody>
      </p:sp>
      <p:sp>
        <p:nvSpPr>
          <p:cNvPr id="14" name="Freeform 13"/>
          <p:cNvSpPr/>
          <p:nvPr/>
        </p:nvSpPr>
        <p:spPr>
          <a:xfrm>
            <a:off x="1814638" y="3693976"/>
            <a:ext cx="2407489" cy="1693626"/>
          </a:xfrm>
          <a:custGeom>
            <a:avLst/>
            <a:gdLst>
              <a:gd name="connsiteX0" fmla="*/ 0 w 2407489"/>
              <a:gd name="connsiteY0" fmla="*/ 0 h 1693626"/>
              <a:gd name="connsiteX1" fmla="*/ 2407489 w 2407489"/>
              <a:gd name="connsiteY1" fmla="*/ 0 h 1693626"/>
              <a:gd name="connsiteX2" fmla="*/ 2407489 w 2407489"/>
              <a:gd name="connsiteY2" fmla="*/ 1693626 h 1693626"/>
              <a:gd name="connsiteX3" fmla="*/ 0 w 2407489"/>
              <a:gd name="connsiteY3" fmla="*/ 1693626 h 1693626"/>
              <a:gd name="connsiteX4" fmla="*/ 0 w 2407489"/>
              <a:gd name="connsiteY4" fmla="*/ 0 h 169362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407489" h="1693626">
                <a:moveTo>
                  <a:pt x="0" y="0"/>
                </a:moveTo>
                <a:lnTo>
                  <a:pt x="2407489" y="0"/>
                </a:lnTo>
                <a:lnTo>
                  <a:pt x="2407489" y="1693626"/>
                </a:lnTo>
                <a:lnTo>
                  <a:pt x="0" y="1693626"/>
                </a:lnTo>
                <a:lnTo>
                  <a:pt x="0" y="0"/>
                </a:lnTo>
                <a:close/>
              </a:path>
            </a:pathLst>
          </a:custGeom>
          <a:noFill/>
          <a:ln>
            <a:noFill/>
          </a:ln>
          <a:sp3d/>
        </p:spPr>
        <p:style>
          <a:lnRef idx="0">
            <a:scrgbClr r="0" g="0" b="0"/>
          </a:lnRef>
          <a:fillRef idx="0">
            <a:scrgbClr r="0" g="0" b="0"/>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0" tIns="0" rIns="0" bIns="0" numCol="1" spcCol="1270" anchor="ctr" anchorCtr="0">
            <a:noAutofit/>
          </a:bodyPr>
          <a:lstStyle/>
          <a:p>
            <a:pPr lvl="0" algn="ctr" defTabSz="2178050">
              <a:lnSpc>
                <a:spcPct val="90000"/>
              </a:lnSpc>
              <a:spcBef>
                <a:spcPct val="0"/>
              </a:spcBef>
              <a:spcAft>
                <a:spcPct val="35000"/>
              </a:spcAft>
            </a:pPr>
            <a:endParaRPr lang="en-US" sz="4900" kern="1200"/>
          </a:p>
        </p:txBody>
      </p:sp>
      <p:sp>
        <p:nvSpPr>
          <p:cNvPr id="54" name="Rectangle 53"/>
          <p:cNvSpPr/>
          <p:nvPr/>
        </p:nvSpPr>
        <p:spPr>
          <a:xfrm>
            <a:off x="0" y="0"/>
            <a:ext cx="12192000" cy="6858000"/>
          </a:xfrm>
          <a:prstGeom prst="rect">
            <a:avLst/>
          </a:prstGeom>
          <a:solidFill>
            <a:schemeClr val="bg2">
              <a:lumMod val="10000"/>
            </a:schemeClr>
          </a:solidFill>
          <a:ln>
            <a:noFill/>
          </a:ln>
          <a:effectLst>
            <a:innerShdw blurRad="114300">
              <a:schemeClr val="tx1"/>
            </a:innerShdw>
          </a:effectLst>
          <a:scene3d>
            <a:camera prst="orthographicFront"/>
            <a:lightRig rig="threePt" dir="t"/>
          </a:scene3d>
          <a:sp3d>
            <a:bevelT prst="relaxedInset"/>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52" name="Freeform 51"/>
          <p:cNvSpPr/>
          <p:nvPr/>
        </p:nvSpPr>
        <p:spPr>
          <a:xfrm>
            <a:off x="4341331" y="2806862"/>
            <a:ext cx="1817318" cy="2021371"/>
          </a:xfrm>
          <a:custGeom>
            <a:avLst/>
            <a:gdLst>
              <a:gd name="connsiteX0" fmla="*/ 1016176 w 1817318"/>
              <a:gd name="connsiteY0" fmla="*/ 0 h 2021371"/>
              <a:gd name="connsiteX1" fmla="*/ 1318356 w 1817318"/>
              <a:gd name="connsiteY1" fmla="*/ 45685 h 2021371"/>
              <a:gd name="connsiteX2" fmla="*/ 1339399 w 1817318"/>
              <a:gd name="connsiteY2" fmla="*/ 53387 h 2021371"/>
              <a:gd name="connsiteX3" fmla="*/ 1411718 w 1817318"/>
              <a:gd name="connsiteY3" fmla="*/ 79856 h 2021371"/>
              <a:gd name="connsiteX4" fmla="*/ 1662559 w 1817318"/>
              <a:gd name="connsiteY4" fmla="*/ 232045 h 2021371"/>
              <a:gd name="connsiteX5" fmla="*/ 1675844 w 1817318"/>
              <a:gd name="connsiteY5" fmla="*/ 244119 h 2021371"/>
              <a:gd name="connsiteX6" fmla="*/ 1734721 w 1817318"/>
              <a:gd name="connsiteY6" fmla="*/ 297631 h 2021371"/>
              <a:gd name="connsiteX7" fmla="*/ 1800307 w 1817318"/>
              <a:gd name="connsiteY7" fmla="*/ 369793 h 2021371"/>
              <a:gd name="connsiteX8" fmla="*/ 1817318 w 1817318"/>
              <a:gd name="connsiteY8" fmla="*/ 392541 h 2021371"/>
              <a:gd name="connsiteX9" fmla="*/ 1779742 w 1817318"/>
              <a:gd name="connsiteY9" fmla="*/ 386806 h 2021371"/>
              <a:gd name="connsiteX10" fmla="*/ 1675844 w 1817318"/>
              <a:gd name="connsiteY10" fmla="*/ 381560 h 2021371"/>
              <a:gd name="connsiteX11" fmla="*/ 1571946 w 1817318"/>
              <a:gd name="connsiteY11" fmla="*/ 386806 h 2021371"/>
              <a:gd name="connsiteX12" fmla="*/ 1534370 w 1817318"/>
              <a:gd name="connsiteY12" fmla="*/ 392541 h 2021371"/>
              <a:gd name="connsiteX13" fmla="*/ 1471049 w 1817318"/>
              <a:gd name="connsiteY13" fmla="*/ 402205 h 2021371"/>
              <a:gd name="connsiteX14" fmla="*/ 1373664 w 1817318"/>
              <a:gd name="connsiteY14" fmla="*/ 427245 h 2021371"/>
              <a:gd name="connsiteX15" fmla="*/ 1337148 w 1817318"/>
              <a:gd name="connsiteY15" fmla="*/ 440610 h 2021371"/>
              <a:gd name="connsiteX16" fmla="*/ 1280302 w 1817318"/>
              <a:gd name="connsiteY16" fmla="*/ 461416 h 2021371"/>
              <a:gd name="connsiteX17" fmla="*/ 1029461 w 1817318"/>
              <a:gd name="connsiteY17" fmla="*/ 613605 h 2021371"/>
              <a:gd name="connsiteX18" fmla="*/ 1005257 w 1817318"/>
              <a:gd name="connsiteY18" fmla="*/ 635604 h 2021371"/>
              <a:gd name="connsiteX19" fmla="*/ 957299 w 1817318"/>
              <a:gd name="connsiteY19" fmla="*/ 679191 h 2021371"/>
              <a:gd name="connsiteX20" fmla="*/ 680313 w 1817318"/>
              <a:gd name="connsiteY20" fmla="*/ 1192941 h 2021371"/>
              <a:gd name="connsiteX21" fmla="*/ 677481 w 1817318"/>
              <a:gd name="connsiteY21" fmla="*/ 1211499 h 2021371"/>
              <a:gd name="connsiteX22" fmla="*/ 664914 w 1817318"/>
              <a:gd name="connsiteY22" fmla="*/ 1293838 h 2021371"/>
              <a:gd name="connsiteX23" fmla="*/ 659668 w 1817318"/>
              <a:gd name="connsiteY23" fmla="*/ 1397736 h 2021371"/>
              <a:gd name="connsiteX24" fmla="*/ 833215 w 1817318"/>
              <a:gd name="connsiteY24" fmla="*/ 1965890 h 2021371"/>
              <a:gd name="connsiteX25" fmla="*/ 874703 w 1817318"/>
              <a:gd name="connsiteY25" fmla="*/ 2021371 h 2021371"/>
              <a:gd name="connsiteX26" fmla="*/ 811381 w 1817318"/>
              <a:gd name="connsiteY26" fmla="*/ 2011707 h 2021371"/>
              <a:gd name="connsiteX27" fmla="*/ 0 w 1817318"/>
              <a:gd name="connsiteY27" fmla="*/ 1016176 h 2021371"/>
              <a:gd name="connsiteX28" fmla="*/ 45685 w 1817318"/>
              <a:gd name="connsiteY28" fmla="*/ 713996 h 2021371"/>
              <a:gd name="connsiteX29" fmla="*/ 74498 w 1817318"/>
              <a:gd name="connsiteY29" fmla="*/ 635275 h 2021371"/>
              <a:gd name="connsiteX30" fmla="*/ 79856 w 1817318"/>
              <a:gd name="connsiteY30" fmla="*/ 620634 h 2021371"/>
              <a:gd name="connsiteX31" fmla="*/ 620634 w 1817318"/>
              <a:gd name="connsiteY31" fmla="*/ 79856 h 2021371"/>
              <a:gd name="connsiteX32" fmla="*/ 677386 w 1817318"/>
              <a:gd name="connsiteY32" fmla="*/ 59085 h 2021371"/>
              <a:gd name="connsiteX33" fmla="*/ 713996 w 1817318"/>
              <a:gd name="connsiteY33" fmla="*/ 45685 h 2021371"/>
              <a:gd name="connsiteX34" fmla="*/ 1016176 w 1817318"/>
              <a:gd name="connsiteY34" fmla="*/ 0 h 202137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Lst>
            <a:rect l="l" t="t" r="r" b="b"/>
            <a:pathLst>
              <a:path w="1817318" h="2021371">
                <a:moveTo>
                  <a:pt x="1016176" y="0"/>
                </a:moveTo>
                <a:cubicBezTo>
                  <a:pt x="1121405" y="0"/>
                  <a:pt x="1222898" y="15995"/>
                  <a:pt x="1318356" y="45685"/>
                </a:cubicBezTo>
                <a:lnTo>
                  <a:pt x="1339399" y="53387"/>
                </a:lnTo>
                <a:lnTo>
                  <a:pt x="1411718" y="79856"/>
                </a:lnTo>
                <a:cubicBezTo>
                  <a:pt x="1502898" y="118422"/>
                  <a:pt x="1587278" y="169918"/>
                  <a:pt x="1662559" y="232045"/>
                </a:cubicBezTo>
                <a:lnTo>
                  <a:pt x="1675844" y="244119"/>
                </a:lnTo>
                <a:lnTo>
                  <a:pt x="1734721" y="297631"/>
                </a:lnTo>
                <a:cubicBezTo>
                  <a:pt x="1757708" y="320617"/>
                  <a:pt x="1779598" y="344700"/>
                  <a:pt x="1800307" y="369793"/>
                </a:cubicBezTo>
                <a:lnTo>
                  <a:pt x="1817318" y="392541"/>
                </a:lnTo>
                <a:lnTo>
                  <a:pt x="1779742" y="386806"/>
                </a:lnTo>
                <a:cubicBezTo>
                  <a:pt x="1745582" y="383337"/>
                  <a:pt x="1710920" y="381560"/>
                  <a:pt x="1675844" y="381560"/>
                </a:cubicBezTo>
                <a:cubicBezTo>
                  <a:pt x="1640768" y="381560"/>
                  <a:pt x="1606107" y="383337"/>
                  <a:pt x="1571946" y="386806"/>
                </a:cubicBezTo>
                <a:lnTo>
                  <a:pt x="1534370" y="392541"/>
                </a:lnTo>
                <a:lnTo>
                  <a:pt x="1471049" y="402205"/>
                </a:lnTo>
                <a:cubicBezTo>
                  <a:pt x="1437974" y="408973"/>
                  <a:pt x="1405484" y="417348"/>
                  <a:pt x="1373664" y="427245"/>
                </a:cubicBezTo>
                <a:lnTo>
                  <a:pt x="1337148" y="440610"/>
                </a:lnTo>
                <a:lnTo>
                  <a:pt x="1280302" y="461416"/>
                </a:lnTo>
                <a:cubicBezTo>
                  <a:pt x="1189122" y="499982"/>
                  <a:pt x="1104742" y="551478"/>
                  <a:pt x="1029461" y="613605"/>
                </a:cubicBezTo>
                <a:lnTo>
                  <a:pt x="1005257" y="635604"/>
                </a:lnTo>
                <a:lnTo>
                  <a:pt x="957299" y="679191"/>
                </a:lnTo>
                <a:cubicBezTo>
                  <a:pt x="819380" y="817110"/>
                  <a:pt x="720922" y="994489"/>
                  <a:pt x="680313" y="1192941"/>
                </a:cubicBezTo>
                <a:lnTo>
                  <a:pt x="677481" y="1211499"/>
                </a:lnTo>
                <a:lnTo>
                  <a:pt x="664914" y="1293838"/>
                </a:lnTo>
                <a:cubicBezTo>
                  <a:pt x="661445" y="1327999"/>
                  <a:pt x="659668" y="1362660"/>
                  <a:pt x="659668" y="1397736"/>
                </a:cubicBezTo>
                <a:cubicBezTo>
                  <a:pt x="659668" y="1608193"/>
                  <a:pt x="723647" y="1803707"/>
                  <a:pt x="833215" y="1965890"/>
                </a:cubicBezTo>
                <a:lnTo>
                  <a:pt x="874703" y="2021371"/>
                </a:lnTo>
                <a:lnTo>
                  <a:pt x="811381" y="2011707"/>
                </a:lnTo>
                <a:cubicBezTo>
                  <a:pt x="348327" y="1916953"/>
                  <a:pt x="0" y="1507243"/>
                  <a:pt x="0" y="1016176"/>
                </a:cubicBezTo>
                <a:cubicBezTo>
                  <a:pt x="0" y="910948"/>
                  <a:pt x="15995" y="809455"/>
                  <a:pt x="45685" y="713996"/>
                </a:cubicBezTo>
                <a:lnTo>
                  <a:pt x="74498" y="635275"/>
                </a:lnTo>
                <a:lnTo>
                  <a:pt x="79856" y="620634"/>
                </a:lnTo>
                <a:cubicBezTo>
                  <a:pt x="182699" y="377487"/>
                  <a:pt x="377487" y="182699"/>
                  <a:pt x="620634" y="79856"/>
                </a:cubicBezTo>
                <a:lnTo>
                  <a:pt x="677386" y="59085"/>
                </a:lnTo>
                <a:lnTo>
                  <a:pt x="713996" y="45685"/>
                </a:lnTo>
                <a:cubicBezTo>
                  <a:pt x="809455" y="15995"/>
                  <a:pt x="910948" y="0"/>
                  <a:pt x="1016176" y="0"/>
                </a:cubicBezTo>
                <a:close/>
              </a:path>
            </a:pathLst>
          </a:custGeom>
          <a:solidFill>
            <a:srgbClr val="00CC00"/>
          </a:solidFill>
          <a:ln>
            <a:noFill/>
          </a:ln>
          <a:effectLst>
            <a:outerShdw blurRad="149987" dist="250190" dir="8460000" algn="ctr">
              <a:srgbClr val="000000">
                <a:alpha val="28000"/>
              </a:srgbClr>
            </a:outerShdw>
          </a:effectLst>
          <a:scene3d>
            <a:camera prst="orthographicFront">
              <a:rot lat="0" lon="0" rev="0"/>
            </a:camera>
            <a:lightRig rig="contrasting" dir="t">
              <a:rot lat="0" lon="0" rev="1500000"/>
            </a:lightRig>
          </a:scene3d>
          <a:sp3d prstMaterial="metal">
            <a:bevelT w="88900" h="88900"/>
          </a:sp3d>
        </p:spPr>
        <p:style>
          <a:lnRef idx="2">
            <a:schemeClr val="lt1">
              <a:hueOff val="0"/>
              <a:satOff val="0"/>
              <a:lumOff val="0"/>
              <a:alphaOff val="0"/>
            </a:schemeClr>
          </a:lnRef>
          <a:fillRef idx="1">
            <a:schemeClr val="accent1">
              <a:alpha val="50000"/>
              <a:hueOff val="0"/>
              <a:satOff val="0"/>
              <a:lumOff val="0"/>
              <a:alphaOff val="0"/>
            </a:schemeClr>
          </a:fillRef>
          <a:effectRef idx="0">
            <a:schemeClr val="accent1">
              <a:alpha val="50000"/>
              <a:hueOff val="0"/>
              <a:satOff val="0"/>
              <a:lumOff val="0"/>
              <a:alphaOff val="0"/>
            </a:schemeClr>
          </a:effectRef>
          <a:fontRef idx="minor">
            <a:schemeClr val="tx1"/>
          </a:fontRef>
        </p:style>
      </p:sp>
      <p:sp>
        <p:nvSpPr>
          <p:cNvPr id="51" name="Freeform 50"/>
          <p:cNvSpPr/>
          <p:nvPr/>
        </p:nvSpPr>
        <p:spPr>
          <a:xfrm>
            <a:off x="4330821" y="2013529"/>
            <a:ext cx="2032352" cy="1397078"/>
          </a:xfrm>
          <a:custGeom>
            <a:avLst/>
            <a:gdLst>
              <a:gd name="connsiteX0" fmla="*/ 1016176 w 2032352"/>
              <a:gd name="connsiteY0" fmla="*/ 0 h 1397078"/>
              <a:gd name="connsiteX1" fmla="*/ 1662559 w 2032352"/>
              <a:gd name="connsiteY1" fmla="*/ 232045 h 1397078"/>
              <a:gd name="connsiteX2" fmla="*/ 1675844 w 2032352"/>
              <a:gd name="connsiteY2" fmla="*/ 244119 h 1397078"/>
              <a:gd name="connsiteX3" fmla="*/ 1734721 w 2032352"/>
              <a:gd name="connsiteY3" fmla="*/ 297631 h 1397078"/>
              <a:gd name="connsiteX4" fmla="*/ 2011707 w 2032352"/>
              <a:gd name="connsiteY4" fmla="*/ 811381 h 1397078"/>
              <a:gd name="connsiteX5" fmla="*/ 2012289 w 2032352"/>
              <a:gd name="connsiteY5" fmla="*/ 815190 h 1397078"/>
              <a:gd name="connsiteX6" fmla="*/ 2027106 w 2032352"/>
              <a:gd name="connsiteY6" fmla="*/ 912278 h 1397078"/>
              <a:gd name="connsiteX7" fmla="*/ 2032352 w 2032352"/>
              <a:gd name="connsiteY7" fmla="*/ 1016176 h 1397078"/>
              <a:gd name="connsiteX8" fmla="*/ 2027106 w 2032352"/>
              <a:gd name="connsiteY8" fmla="*/ 1120074 h 1397078"/>
              <a:gd name="connsiteX9" fmla="*/ 2014540 w 2032352"/>
              <a:gd name="connsiteY9" fmla="*/ 1202413 h 1397078"/>
              <a:gd name="connsiteX10" fmla="*/ 2011707 w 2032352"/>
              <a:gd name="connsiteY10" fmla="*/ 1220971 h 1397078"/>
              <a:gd name="connsiteX11" fmla="*/ 1986667 w 2032352"/>
              <a:gd name="connsiteY11" fmla="*/ 1318356 h 1397078"/>
              <a:gd name="connsiteX12" fmla="*/ 1957855 w 2032352"/>
              <a:gd name="connsiteY12" fmla="*/ 1397078 h 1397078"/>
              <a:gd name="connsiteX13" fmla="*/ 1952496 w 2032352"/>
              <a:gd name="connsiteY13" fmla="*/ 1382437 h 1397078"/>
              <a:gd name="connsiteX14" fmla="*/ 1858805 w 2032352"/>
              <a:gd name="connsiteY14" fmla="*/ 1209825 h 1397078"/>
              <a:gd name="connsiteX15" fmla="*/ 1817318 w 2032352"/>
              <a:gd name="connsiteY15" fmla="*/ 1154344 h 1397078"/>
              <a:gd name="connsiteX16" fmla="*/ 1800307 w 2032352"/>
              <a:gd name="connsiteY16" fmla="*/ 1131596 h 1397078"/>
              <a:gd name="connsiteX17" fmla="*/ 1734721 w 2032352"/>
              <a:gd name="connsiteY17" fmla="*/ 1059434 h 1397078"/>
              <a:gd name="connsiteX18" fmla="*/ 1675844 w 2032352"/>
              <a:gd name="connsiteY18" fmla="*/ 1005922 h 1397078"/>
              <a:gd name="connsiteX19" fmla="*/ 1662559 w 2032352"/>
              <a:gd name="connsiteY19" fmla="*/ 993848 h 1397078"/>
              <a:gd name="connsiteX20" fmla="*/ 1411718 w 2032352"/>
              <a:gd name="connsiteY20" fmla="*/ 841659 h 1397078"/>
              <a:gd name="connsiteX21" fmla="*/ 1339399 w 2032352"/>
              <a:gd name="connsiteY21" fmla="*/ 815190 h 1397078"/>
              <a:gd name="connsiteX22" fmla="*/ 1318356 w 2032352"/>
              <a:gd name="connsiteY22" fmla="*/ 807488 h 1397078"/>
              <a:gd name="connsiteX23" fmla="*/ 1016176 w 2032352"/>
              <a:gd name="connsiteY23" fmla="*/ 761803 h 1397078"/>
              <a:gd name="connsiteX24" fmla="*/ 713996 w 2032352"/>
              <a:gd name="connsiteY24" fmla="*/ 807488 h 1397078"/>
              <a:gd name="connsiteX25" fmla="*/ 677386 w 2032352"/>
              <a:gd name="connsiteY25" fmla="*/ 820888 h 1397078"/>
              <a:gd name="connsiteX26" fmla="*/ 620634 w 2032352"/>
              <a:gd name="connsiteY26" fmla="*/ 841659 h 1397078"/>
              <a:gd name="connsiteX27" fmla="*/ 79856 w 2032352"/>
              <a:gd name="connsiteY27" fmla="*/ 1382437 h 1397078"/>
              <a:gd name="connsiteX28" fmla="*/ 74498 w 2032352"/>
              <a:gd name="connsiteY28" fmla="*/ 1397078 h 1397078"/>
              <a:gd name="connsiteX29" fmla="*/ 45685 w 2032352"/>
              <a:gd name="connsiteY29" fmla="*/ 1318356 h 1397078"/>
              <a:gd name="connsiteX30" fmla="*/ 0 w 2032352"/>
              <a:gd name="connsiteY30" fmla="*/ 1016176 h 1397078"/>
              <a:gd name="connsiteX31" fmla="*/ 811381 w 2032352"/>
              <a:gd name="connsiteY31" fmla="*/ 20645 h 1397078"/>
              <a:gd name="connsiteX32" fmla="*/ 875259 w 2032352"/>
              <a:gd name="connsiteY32" fmla="*/ 10896 h 1397078"/>
              <a:gd name="connsiteX33" fmla="*/ 912278 w 2032352"/>
              <a:gd name="connsiteY33" fmla="*/ 5246 h 1397078"/>
              <a:gd name="connsiteX34" fmla="*/ 1016176 w 2032352"/>
              <a:gd name="connsiteY34" fmla="*/ 0 h 13970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Lst>
            <a:rect l="l" t="t" r="r" b="b"/>
            <a:pathLst>
              <a:path w="2032352" h="1397078">
                <a:moveTo>
                  <a:pt x="1016176" y="0"/>
                </a:moveTo>
                <a:cubicBezTo>
                  <a:pt x="1261710" y="0"/>
                  <a:pt x="1486904" y="87082"/>
                  <a:pt x="1662559" y="232045"/>
                </a:cubicBezTo>
                <a:lnTo>
                  <a:pt x="1675844" y="244119"/>
                </a:lnTo>
                <a:lnTo>
                  <a:pt x="1734721" y="297631"/>
                </a:lnTo>
                <a:cubicBezTo>
                  <a:pt x="1872640" y="435550"/>
                  <a:pt x="1971098" y="612929"/>
                  <a:pt x="2011707" y="811381"/>
                </a:cubicBezTo>
                <a:lnTo>
                  <a:pt x="2012289" y="815190"/>
                </a:lnTo>
                <a:lnTo>
                  <a:pt x="2027106" y="912278"/>
                </a:lnTo>
                <a:cubicBezTo>
                  <a:pt x="2030575" y="946439"/>
                  <a:pt x="2032352" y="981100"/>
                  <a:pt x="2032352" y="1016176"/>
                </a:cubicBezTo>
                <a:cubicBezTo>
                  <a:pt x="2032352" y="1051252"/>
                  <a:pt x="2030575" y="1085913"/>
                  <a:pt x="2027106" y="1120074"/>
                </a:cubicBezTo>
                <a:lnTo>
                  <a:pt x="2014540" y="1202413"/>
                </a:lnTo>
                <a:lnTo>
                  <a:pt x="2011707" y="1220971"/>
                </a:lnTo>
                <a:cubicBezTo>
                  <a:pt x="2004939" y="1254046"/>
                  <a:pt x="1996564" y="1286536"/>
                  <a:pt x="1986667" y="1318356"/>
                </a:cubicBezTo>
                <a:lnTo>
                  <a:pt x="1957855" y="1397078"/>
                </a:lnTo>
                <a:lnTo>
                  <a:pt x="1952496" y="1382437"/>
                </a:lnTo>
                <a:cubicBezTo>
                  <a:pt x="1926786" y="1321651"/>
                  <a:pt x="1895328" y="1263886"/>
                  <a:pt x="1858805" y="1209825"/>
                </a:cubicBezTo>
                <a:lnTo>
                  <a:pt x="1817318" y="1154344"/>
                </a:lnTo>
                <a:lnTo>
                  <a:pt x="1800307" y="1131596"/>
                </a:lnTo>
                <a:cubicBezTo>
                  <a:pt x="1779598" y="1106503"/>
                  <a:pt x="1757708" y="1082420"/>
                  <a:pt x="1734721" y="1059434"/>
                </a:cubicBezTo>
                <a:lnTo>
                  <a:pt x="1675844" y="1005922"/>
                </a:lnTo>
                <a:lnTo>
                  <a:pt x="1662559" y="993848"/>
                </a:lnTo>
                <a:cubicBezTo>
                  <a:pt x="1587278" y="931721"/>
                  <a:pt x="1502898" y="880225"/>
                  <a:pt x="1411718" y="841659"/>
                </a:cubicBezTo>
                <a:lnTo>
                  <a:pt x="1339399" y="815190"/>
                </a:lnTo>
                <a:lnTo>
                  <a:pt x="1318356" y="807488"/>
                </a:lnTo>
                <a:cubicBezTo>
                  <a:pt x="1222898" y="777798"/>
                  <a:pt x="1121405" y="761803"/>
                  <a:pt x="1016176" y="761803"/>
                </a:cubicBezTo>
                <a:cubicBezTo>
                  <a:pt x="910948" y="761803"/>
                  <a:pt x="809455" y="777798"/>
                  <a:pt x="713996" y="807488"/>
                </a:cubicBezTo>
                <a:lnTo>
                  <a:pt x="677386" y="820888"/>
                </a:lnTo>
                <a:lnTo>
                  <a:pt x="620634" y="841659"/>
                </a:lnTo>
                <a:cubicBezTo>
                  <a:pt x="377487" y="944502"/>
                  <a:pt x="182699" y="1139290"/>
                  <a:pt x="79856" y="1382437"/>
                </a:cubicBezTo>
                <a:lnTo>
                  <a:pt x="74498" y="1397078"/>
                </a:lnTo>
                <a:lnTo>
                  <a:pt x="45685" y="1318356"/>
                </a:lnTo>
                <a:cubicBezTo>
                  <a:pt x="15995" y="1222897"/>
                  <a:pt x="0" y="1121405"/>
                  <a:pt x="0" y="1016176"/>
                </a:cubicBezTo>
                <a:cubicBezTo>
                  <a:pt x="0" y="525110"/>
                  <a:pt x="348327" y="115400"/>
                  <a:pt x="811381" y="20645"/>
                </a:cubicBezTo>
                <a:lnTo>
                  <a:pt x="875259" y="10896"/>
                </a:lnTo>
                <a:lnTo>
                  <a:pt x="912278" y="5246"/>
                </a:lnTo>
                <a:cubicBezTo>
                  <a:pt x="946439" y="1777"/>
                  <a:pt x="981100" y="0"/>
                  <a:pt x="1016176" y="0"/>
                </a:cubicBezTo>
                <a:close/>
              </a:path>
            </a:pathLst>
          </a:custGeom>
          <a:solidFill>
            <a:srgbClr val="008000"/>
          </a:solidFill>
          <a:ln>
            <a:noFill/>
          </a:ln>
          <a:effectLst>
            <a:outerShdw blurRad="149987" dist="250190" dir="8460000" algn="ctr">
              <a:srgbClr val="000000">
                <a:alpha val="28000"/>
              </a:srgbClr>
            </a:outerShdw>
          </a:effectLst>
          <a:scene3d>
            <a:camera prst="orthographicFront">
              <a:rot lat="0" lon="0" rev="0"/>
            </a:camera>
            <a:lightRig rig="contrasting" dir="t">
              <a:rot lat="0" lon="0" rev="1500000"/>
            </a:lightRig>
          </a:scene3d>
          <a:sp3d prstMaterial="metal">
            <a:bevelT w="88900" h="88900"/>
          </a:sp3d>
        </p:spPr>
        <p:style>
          <a:lnRef idx="2">
            <a:schemeClr val="lt1">
              <a:hueOff val="0"/>
              <a:satOff val="0"/>
              <a:lumOff val="0"/>
              <a:alphaOff val="0"/>
            </a:schemeClr>
          </a:lnRef>
          <a:fillRef idx="1">
            <a:schemeClr val="accent1">
              <a:alpha val="50000"/>
              <a:hueOff val="0"/>
              <a:satOff val="0"/>
              <a:lumOff val="0"/>
              <a:alphaOff val="0"/>
            </a:schemeClr>
          </a:fillRef>
          <a:effectRef idx="0">
            <a:schemeClr val="accent1">
              <a:alpha val="50000"/>
              <a:hueOff val="0"/>
              <a:satOff val="0"/>
              <a:lumOff val="0"/>
              <a:alphaOff val="0"/>
            </a:schemeClr>
          </a:effectRef>
          <a:fontRef idx="minor">
            <a:schemeClr val="tx1"/>
          </a:fontRef>
        </p:style>
      </p:sp>
      <p:sp>
        <p:nvSpPr>
          <p:cNvPr id="53" name="Freeform 52"/>
          <p:cNvSpPr/>
          <p:nvPr/>
        </p:nvSpPr>
        <p:spPr>
          <a:xfrm>
            <a:off x="5032529" y="3220423"/>
            <a:ext cx="1817318" cy="2021371"/>
          </a:xfrm>
          <a:custGeom>
            <a:avLst/>
            <a:gdLst>
              <a:gd name="connsiteX0" fmla="*/ 874702 w 1817318"/>
              <a:gd name="connsiteY0" fmla="*/ 0 h 2021371"/>
              <a:gd name="connsiteX1" fmla="*/ 833214 w 1817318"/>
              <a:gd name="connsiteY1" fmla="*/ 55481 h 2021371"/>
              <a:gd name="connsiteX2" fmla="*/ 739523 w 1817318"/>
              <a:gd name="connsiteY2" fmla="*/ 228093 h 2021371"/>
              <a:gd name="connsiteX3" fmla="*/ 734165 w 1817318"/>
              <a:gd name="connsiteY3" fmla="*/ 242734 h 2021371"/>
              <a:gd name="connsiteX4" fmla="*/ 705352 w 1817318"/>
              <a:gd name="connsiteY4" fmla="*/ 321455 h 2021371"/>
              <a:gd name="connsiteX5" fmla="*/ 680312 w 1817318"/>
              <a:gd name="connsiteY5" fmla="*/ 418840 h 2021371"/>
              <a:gd name="connsiteX6" fmla="*/ 677385 w 1817318"/>
              <a:gd name="connsiteY6" fmla="*/ 438022 h 2021371"/>
              <a:gd name="connsiteX7" fmla="*/ 664913 w 1817318"/>
              <a:gd name="connsiteY7" fmla="*/ 519737 h 2021371"/>
              <a:gd name="connsiteX8" fmla="*/ 659667 w 1817318"/>
              <a:gd name="connsiteY8" fmla="*/ 623635 h 2021371"/>
              <a:gd name="connsiteX9" fmla="*/ 664913 w 1817318"/>
              <a:gd name="connsiteY9" fmla="*/ 727533 h 2021371"/>
              <a:gd name="connsiteX10" fmla="*/ 679731 w 1817318"/>
              <a:gd name="connsiteY10" fmla="*/ 824621 h 2021371"/>
              <a:gd name="connsiteX11" fmla="*/ 680312 w 1817318"/>
              <a:gd name="connsiteY11" fmla="*/ 828430 h 2021371"/>
              <a:gd name="connsiteX12" fmla="*/ 957298 w 1817318"/>
              <a:gd name="connsiteY12" fmla="*/ 1342180 h 2021371"/>
              <a:gd name="connsiteX13" fmla="*/ 1016176 w 1817318"/>
              <a:gd name="connsiteY13" fmla="*/ 1395692 h 2021371"/>
              <a:gd name="connsiteX14" fmla="*/ 1029460 w 1817318"/>
              <a:gd name="connsiteY14" fmla="*/ 1407766 h 2021371"/>
              <a:gd name="connsiteX15" fmla="*/ 1675843 w 1817318"/>
              <a:gd name="connsiteY15" fmla="*/ 1639811 h 2021371"/>
              <a:gd name="connsiteX16" fmla="*/ 1779741 w 1817318"/>
              <a:gd name="connsiteY16" fmla="*/ 1634565 h 2021371"/>
              <a:gd name="connsiteX17" fmla="*/ 1817318 w 1817318"/>
              <a:gd name="connsiteY17" fmla="*/ 1628830 h 2021371"/>
              <a:gd name="connsiteX18" fmla="*/ 1800307 w 1817318"/>
              <a:gd name="connsiteY18" fmla="*/ 1651578 h 2021371"/>
              <a:gd name="connsiteX19" fmla="*/ 1016176 w 1817318"/>
              <a:gd name="connsiteY19" fmla="*/ 2021371 h 2021371"/>
              <a:gd name="connsiteX20" fmla="*/ 232045 w 1817318"/>
              <a:gd name="connsiteY20" fmla="*/ 1651578 h 2021371"/>
              <a:gd name="connsiteX21" fmla="*/ 215035 w 1817318"/>
              <a:gd name="connsiteY21" fmla="*/ 1628830 h 2021371"/>
              <a:gd name="connsiteX22" fmla="*/ 173547 w 1817318"/>
              <a:gd name="connsiteY22" fmla="*/ 1573349 h 2021371"/>
              <a:gd name="connsiteX23" fmla="*/ 0 w 1817318"/>
              <a:gd name="connsiteY23" fmla="*/ 1005195 h 2021371"/>
              <a:gd name="connsiteX24" fmla="*/ 5246 w 1817318"/>
              <a:gd name="connsiteY24" fmla="*/ 901297 h 2021371"/>
              <a:gd name="connsiteX25" fmla="*/ 17813 w 1817318"/>
              <a:gd name="connsiteY25" fmla="*/ 818958 h 2021371"/>
              <a:gd name="connsiteX26" fmla="*/ 20645 w 1817318"/>
              <a:gd name="connsiteY26" fmla="*/ 800400 h 2021371"/>
              <a:gd name="connsiteX27" fmla="*/ 297631 w 1817318"/>
              <a:gd name="connsiteY27" fmla="*/ 286650 h 2021371"/>
              <a:gd name="connsiteX28" fmla="*/ 345589 w 1817318"/>
              <a:gd name="connsiteY28" fmla="*/ 243063 h 2021371"/>
              <a:gd name="connsiteX29" fmla="*/ 369793 w 1817318"/>
              <a:gd name="connsiteY29" fmla="*/ 221064 h 2021371"/>
              <a:gd name="connsiteX30" fmla="*/ 620634 w 1817318"/>
              <a:gd name="connsiteY30" fmla="*/ 68875 h 2021371"/>
              <a:gd name="connsiteX31" fmla="*/ 677480 w 1817318"/>
              <a:gd name="connsiteY31" fmla="*/ 48069 h 2021371"/>
              <a:gd name="connsiteX32" fmla="*/ 713996 w 1817318"/>
              <a:gd name="connsiteY32" fmla="*/ 34704 h 2021371"/>
              <a:gd name="connsiteX33" fmla="*/ 811381 w 1817318"/>
              <a:gd name="connsiteY33" fmla="*/ 9664 h 202137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Lst>
            <a:rect l="l" t="t" r="r" b="b"/>
            <a:pathLst>
              <a:path w="1817318" h="2021371">
                <a:moveTo>
                  <a:pt x="874702" y="0"/>
                </a:moveTo>
                <a:lnTo>
                  <a:pt x="833214" y="55481"/>
                </a:lnTo>
                <a:cubicBezTo>
                  <a:pt x="796691" y="109542"/>
                  <a:pt x="765234" y="167307"/>
                  <a:pt x="739523" y="228093"/>
                </a:cubicBezTo>
                <a:lnTo>
                  <a:pt x="734165" y="242734"/>
                </a:lnTo>
                <a:lnTo>
                  <a:pt x="705352" y="321455"/>
                </a:lnTo>
                <a:cubicBezTo>
                  <a:pt x="695456" y="353275"/>
                  <a:pt x="687080" y="385765"/>
                  <a:pt x="680312" y="418840"/>
                </a:cubicBezTo>
                <a:lnTo>
                  <a:pt x="677385" y="438022"/>
                </a:lnTo>
                <a:lnTo>
                  <a:pt x="664913" y="519737"/>
                </a:lnTo>
                <a:cubicBezTo>
                  <a:pt x="661444" y="553898"/>
                  <a:pt x="659667" y="588559"/>
                  <a:pt x="659667" y="623635"/>
                </a:cubicBezTo>
                <a:cubicBezTo>
                  <a:pt x="659667" y="658711"/>
                  <a:pt x="661444" y="693372"/>
                  <a:pt x="664913" y="727533"/>
                </a:cubicBezTo>
                <a:lnTo>
                  <a:pt x="679731" y="824621"/>
                </a:lnTo>
                <a:lnTo>
                  <a:pt x="680312" y="828430"/>
                </a:lnTo>
                <a:cubicBezTo>
                  <a:pt x="720921" y="1026882"/>
                  <a:pt x="819379" y="1204262"/>
                  <a:pt x="957298" y="1342180"/>
                </a:cubicBezTo>
                <a:lnTo>
                  <a:pt x="1016176" y="1395692"/>
                </a:lnTo>
                <a:lnTo>
                  <a:pt x="1029460" y="1407766"/>
                </a:lnTo>
                <a:cubicBezTo>
                  <a:pt x="1205116" y="1552730"/>
                  <a:pt x="1430310" y="1639811"/>
                  <a:pt x="1675843" y="1639811"/>
                </a:cubicBezTo>
                <a:cubicBezTo>
                  <a:pt x="1710919" y="1639811"/>
                  <a:pt x="1745581" y="1638034"/>
                  <a:pt x="1779741" y="1634565"/>
                </a:cubicBezTo>
                <a:lnTo>
                  <a:pt x="1817318" y="1628830"/>
                </a:lnTo>
                <a:lnTo>
                  <a:pt x="1800307" y="1651578"/>
                </a:lnTo>
                <a:cubicBezTo>
                  <a:pt x="1613926" y="1877420"/>
                  <a:pt x="1331862" y="2021371"/>
                  <a:pt x="1016176" y="2021371"/>
                </a:cubicBezTo>
                <a:cubicBezTo>
                  <a:pt x="700491" y="2021371"/>
                  <a:pt x="418427" y="1877420"/>
                  <a:pt x="232045" y="1651578"/>
                </a:cubicBezTo>
                <a:lnTo>
                  <a:pt x="215035" y="1628830"/>
                </a:lnTo>
                <a:lnTo>
                  <a:pt x="173547" y="1573349"/>
                </a:lnTo>
                <a:cubicBezTo>
                  <a:pt x="63979" y="1411166"/>
                  <a:pt x="0" y="1215652"/>
                  <a:pt x="0" y="1005195"/>
                </a:cubicBezTo>
                <a:cubicBezTo>
                  <a:pt x="0" y="970119"/>
                  <a:pt x="1777" y="935458"/>
                  <a:pt x="5246" y="901297"/>
                </a:cubicBezTo>
                <a:lnTo>
                  <a:pt x="17813" y="818958"/>
                </a:lnTo>
                <a:lnTo>
                  <a:pt x="20645" y="800400"/>
                </a:lnTo>
                <a:cubicBezTo>
                  <a:pt x="61254" y="601948"/>
                  <a:pt x="159712" y="424569"/>
                  <a:pt x="297631" y="286650"/>
                </a:cubicBezTo>
                <a:lnTo>
                  <a:pt x="345589" y="243063"/>
                </a:lnTo>
                <a:lnTo>
                  <a:pt x="369793" y="221064"/>
                </a:lnTo>
                <a:cubicBezTo>
                  <a:pt x="445074" y="158937"/>
                  <a:pt x="529454" y="107441"/>
                  <a:pt x="620634" y="68875"/>
                </a:cubicBezTo>
                <a:lnTo>
                  <a:pt x="677480" y="48069"/>
                </a:lnTo>
                <a:lnTo>
                  <a:pt x="713996" y="34704"/>
                </a:lnTo>
                <a:cubicBezTo>
                  <a:pt x="745816" y="24807"/>
                  <a:pt x="778306" y="16432"/>
                  <a:pt x="811381" y="9664"/>
                </a:cubicBezTo>
                <a:close/>
              </a:path>
            </a:pathLst>
          </a:custGeom>
          <a:solidFill>
            <a:srgbClr val="33CC33"/>
          </a:solidFill>
          <a:ln>
            <a:noFill/>
          </a:ln>
          <a:effectLst>
            <a:outerShdw blurRad="149987" dist="250190" dir="8460000" algn="ctr">
              <a:srgbClr val="000000">
                <a:alpha val="28000"/>
              </a:srgbClr>
            </a:outerShdw>
          </a:effectLst>
          <a:scene3d>
            <a:camera prst="orthographicFront">
              <a:rot lat="0" lon="0" rev="0"/>
            </a:camera>
            <a:lightRig rig="contrasting" dir="t">
              <a:rot lat="0" lon="0" rev="1500000"/>
            </a:lightRig>
          </a:scene3d>
          <a:sp3d prstMaterial="metal">
            <a:bevelT w="88900" h="88900"/>
          </a:sp3d>
        </p:spPr>
        <p:style>
          <a:lnRef idx="2">
            <a:schemeClr val="lt1">
              <a:hueOff val="0"/>
              <a:satOff val="0"/>
              <a:lumOff val="0"/>
              <a:alphaOff val="0"/>
            </a:schemeClr>
          </a:lnRef>
          <a:fillRef idx="1">
            <a:schemeClr val="accent1">
              <a:alpha val="50000"/>
              <a:hueOff val="0"/>
              <a:satOff val="0"/>
              <a:lumOff val="0"/>
              <a:alphaOff val="0"/>
            </a:schemeClr>
          </a:fillRef>
          <a:effectRef idx="0">
            <a:schemeClr val="accent1">
              <a:alpha val="50000"/>
              <a:hueOff val="0"/>
              <a:satOff val="0"/>
              <a:lumOff val="0"/>
              <a:alphaOff val="0"/>
            </a:schemeClr>
          </a:effectRef>
          <a:fontRef idx="minor">
            <a:schemeClr val="tx1"/>
          </a:fontRef>
        </p:style>
      </p:sp>
      <p:sp>
        <p:nvSpPr>
          <p:cNvPr id="48" name="Freeform 47"/>
          <p:cNvSpPr/>
          <p:nvPr/>
        </p:nvSpPr>
        <p:spPr>
          <a:xfrm>
            <a:off x="5723725" y="3431627"/>
            <a:ext cx="2032352" cy="1397077"/>
          </a:xfrm>
          <a:custGeom>
            <a:avLst/>
            <a:gdLst>
              <a:gd name="connsiteX0" fmla="*/ 74498 w 2032352"/>
              <a:gd name="connsiteY0" fmla="*/ 0 h 1397077"/>
              <a:gd name="connsiteX1" fmla="*/ 79856 w 2032352"/>
              <a:gd name="connsiteY1" fmla="*/ 14640 h 1397077"/>
              <a:gd name="connsiteX2" fmla="*/ 173547 w 2032352"/>
              <a:gd name="connsiteY2" fmla="*/ 187252 h 1397077"/>
              <a:gd name="connsiteX3" fmla="*/ 215591 w 2032352"/>
              <a:gd name="connsiteY3" fmla="*/ 243477 h 1397077"/>
              <a:gd name="connsiteX4" fmla="*/ 232045 w 2032352"/>
              <a:gd name="connsiteY4" fmla="*/ 265481 h 1397077"/>
              <a:gd name="connsiteX5" fmla="*/ 297631 w 2032352"/>
              <a:gd name="connsiteY5" fmla="*/ 337643 h 1397077"/>
              <a:gd name="connsiteX6" fmla="*/ 356509 w 2032352"/>
              <a:gd name="connsiteY6" fmla="*/ 391155 h 1397077"/>
              <a:gd name="connsiteX7" fmla="*/ 369793 w 2032352"/>
              <a:gd name="connsiteY7" fmla="*/ 403229 h 1397077"/>
              <a:gd name="connsiteX8" fmla="*/ 620634 w 2032352"/>
              <a:gd name="connsiteY8" fmla="*/ 555418 h 1397077"/>
              <a:gd name="connsiteX9" fmla="*/ 692954 w 2032352"/>
              <a:gd name="connsiteY9" fmla="*/ 581887 h 1397077"/>
              <a:gd name="connsiteX10" fmla="*/ 713996 w 2032352"/>
              <a:gd name="connsiteY10" fmla="*/ 589589 h 1397077"/>
              <a:gd name="connsiteX11" fmla="*/ 1016176 w 2032352"/>
              <a:gd name="connsiteY11" fmla="*/ 635274 h 1397077"/>
              <a:gd name="connsiteX12" fmla="*/ 1318356 w 2032352"/>
              <a:gd name="connsiteY12" fmla="*/ 589589 h 1397077"/>
              <a:gd name="connsiteX13" fmla="*/ 1354873 w 2032352"/>
              <a:gd name="connsiteY13" fmla="*/ 576224 h 1397077"/>
              <a:gd name="connsiteX14" fmla="*/ 1411718 w 2032352"/>
              <a:gd name="connsiteY14" fmla="*/ 555418 h 1397077"/>
              <a:gd name="connsiteX15" fmla="*/ 1952496 w 2032352"/>
              <a:gd name="connsiteY15" fmla="*/ 14640 h 1397077"/>
              <a:gd name="connsiteX16" fmla="*/ 1957855 w 2032352"/>
              <a:gd name="connsiteY16" fmla="*/ 0 h 1397077"/>
              <a:gd name="connsiteX17" fmla="*/ 1986667 w 2032352"/>
              <a:gd name="connsiteY17" fmla="*/ 78721 h 1397077"/>
              <a:gd name="connsiteX18" fmla="*/ 2032352 w 2032352"/>
              <a:gd name="connsiteY18" fmla="*/ 380901 h 1397077"/>
              <a:gd name="connsiteX19" fmla="*/ 1220971 w 2032352"/>
              <a:gd name="connsiteY19" fmla="*/ 1376432 h 1397077"/>
              <a:gd name="connsiteX20" fmla="*/ 1157651 w 2032352"/>
              <a:gd name="connsiteY20" fmla="*/ 1386096 h 1397077"/>
              <a:gd name="connsiteX21" fmla="*/ 1120074 w 2032352"/>
              <a:gd name="connsiteY21" fmla="*/ 1391831 h 1397077"/>
              <a:gd name="connsiteX22" fmla="*/ 1016176 w 2032352"/>
              <a:gd name="connsiteY22" fmla="*/ 1397077 h 1397077"/>
              <a:gd name="connsiteX23" fmla="*/ 369793 w 2032352"/>
              <a:gd name="connsiteY23" fmla="*/ 1165032 h 1397077"/>
              <a:gd name="connsiteX24" fmla="*/ 356509 w 2032352"/>
              <a:gd name="connsiteY24" fmla="*/ 1152958 h 1397077"/>
              <a:gd name="connsiteX25" fmla="*/ 297631 w 2032352"/>
              <a:gd name="connsiteY25" fmla="*/ 1099446 h 1397077"/>
              <a:gd name="connsiteX26" fmla="*/ 20645 w 2032352"/>
              <a:gd name="connsiteY26" fmla="*/ 585696 h 1397077"/>
              <a:gd name="connsiteX27" fmla="*/ 20064 w 2032352"/>
              <a:gd name="connsiteY27" fmla="*/ 581887 h 1397077"/>
              <a:gd name="connsiteX28" fmla="*/ 5246 w 2032352"/>
              <a:gd name="connsiteY28" fmla="*/ 484799 h 1397077"/>
              <a:gd name="connsiteX29" fmla="*/ 0 w 2032352"/>
              <a:gd name="connsiteY29" fmla="*/ 380901 h 1397077"/>
              <a:gd name="connsiteX30" fmla="*/ 5246 w 2032352"/>
              <a:gd name="connsiteY30" fmla="*/ 277003 h 1397077"/>
              <a:gd name="connsiteX31" fmla="*/ 17718 w 2032352"/>
              <a:gd name="connsiteY31" fmla="*/ 195288 h 1397077"/>
              <a:gd name="connsiteX32" fmla="*/ 20645 w 2032352"/>
              <a:gd name="connsiteY32" fmla="*/ 176106 h 1397077"/>
              <a:gd name="connsiteX33" fmla="*/ 45685 w 2032352"/>
              <a:gd name="connsiteY33" fmla="*/ 78721 h 13970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Lst>
            <a:rect l="l" t="t" r="r" b="b"/>
            <a:pathLst>
              <a:path w="2032352" h="1397077">
                <a:moveTo>
                  <a:pt x="74498" y="0"/>
                </a:moveTo>
                <a:lnTo>
                  <a:pt x="79856" y="14640"/>
                </a:lnTo>
                <a:cubicBezTo>
                  <a:pt x="105567" y="75427"/>
                  <a:pt x="137024" y="133191"/>
                  <a:pt x="173547" y="187252"/>
                </a:cubicBezTo>
                <a:lnTo>
                  <a:pt x="215591" y="243477"/>
                </a:lnTo>
                <a:lnTo>
                  <a:pt x="232045" y="265481"/>
                </a:lnTo>
                <a:cubicBezTo>
                  <a:pt x="252754" y="290574"/>
                  <a:pt x="274645" y="314657"/>
                  <a:pt x="297631" y="337643"/>
                </a:cubicBezTo>
                <a:lnTo>
                  <a:pt x="356509" y="391155"/>
                </a:lnTo>
                <a:lnTo>
                  <a:pt x="369793" y="403229"/>
                </a:lnTo>
                <a:cubicBezTo>
                  <a:pt x="445074" y="465356"/>
                  <a:pt x="529454" y="516852"/>
                  <a:pt x="620634" y="555418"/>
                </a:cubicBezTo>
                <a:lnTo>
                  <a:pt x="692954" y="581887"/>
                </a:lnTo>
                <a:lnTo>
                  <a:pt x="713996" y="589589"/>
                </a:lnTo>
                <a:cubicBezTo>
                  <a:pt x="809455" y="619280"/>
                  <a:pt x="910948" y="635274"/>
                  <a:pt x="1016176" y="635274"/>
                </a:cubicBezTo>
                <a:cubicBezTo>
                  <a:pt x="1121405" y="635274"/>
                  <a:pt x="1222898" y="619280"/>
                  <a:pt x="1318356" y="589589"/>
                </a:cubicBezTo>
                <a:lnTo>
                  <a:pt x="1354873" y="576224"/>
                </a:lnTo>
                <a:lnTo>
                  <a:pt x="1411718" y="555418"/>
                </a:lnTo>
                <a:cubicBezTo>
                  <a:pt x="1654865" y="452576"/>
                  <a:pt x="1849654" y="257787"/>
                  <a:pt x="1952496" y="14640"/>
                </a:cubicBezTo>
                <a:lnTo>
                  <a:pt x="1957855" y="0"/>
                </a:lnTo>
                <a:lnTo>
                  <a:pt x="1986667" y="78721"/>
                </a:lnTo>
                <a:cubicBezTo>
                  <a:pt x="2016358" y="174180"/>
                  <a:pt x="2032352" y="275673"/>
                  <a:pt x="2032352" y="380901"/>
                </a:cubicBezTo>
                <a:cubicBezTo>
                  <a:pt x="2032352" y="871968"/>
                  <a:pt x="1684026" y="1281678"/>
                  <a:pt x="1220971" y="1376432"/>
                </a:cubicBezTo>
                <a:lnTo>
                  <a:pt x="1157651" y="1386096"/>
                </a:lnTo>
                <a:lnTo>
                  <a:pt x="1120074" y="1391831"/>
                </a:lnTo>
                <a:cubicBezTo>
                  <a:pt x="1085914" y="1395300"/>
                  <a:pt x="1051252" y="1397077"/>
                  <a:pt x="1016176" y="1397077"/>
                </a:cubicBezTo>
                <a:cubicBezTo>
                  <a:pt x="770643" y="1397077"/>
                  <a:pt x="545449" y="1309996"/>
                  <a:pt x="369793" y="1165032"/>
                </a:cubicBezTo>
                <a:lnTo>
                  <a:pt x="356509" y="1152958"/>
                </a:lnTo>
                <a:lnTo>
                  <a:pt x="297631" y="1099446"/>
                </a:lnTo>
                <a:cubicBezTo>
                  <a:pt x="159712" y="961528"/>
                  <a:pt x="61254" y="784148"/>
                  <a:pt x="20645" y="585696"/>
                </a:cubicBezTo>
                <a:lnTo>
                  <a:pt x="20064" y="581887"/>
                </a:lnTo>
                <a:lnTo>
                  <a:pt x="5246" y="484799"/>
                </a:lnTo>
                <a:cubicBezTo>
                  <a:pt x="1777" y="450638"/>
                  <a:pt x="0" y="415977"/>
                  <a:pt x="0" y="380901"/>
                </a:cubicBezTo>
                <a:cubicBezTo>
                  <a:pt x="0" y="345825"/>
                  <a:pt x="1777" y="311164"/>
                  <a:pt x="5246" y="277003"/>
                </a:cubicBezTo>
                <a:lnTo>
                  <a:pt x="17718" y="195288"/>
                </a:lnTo>
                <a:lnTo>
                  <a:pt x="20645" y="176106"/>
                </a:lnTo>
                <a:cubicBezTo>
                  <a:pt x="27413" y="143031"/>
                  <a:pt x="35789" y="110541"/>
                  <a:pt x="45685" y="78721"/>
                </a:cubicBezTo>
                <a:close/>
              </a:path>
            </a:pathLst>
          </a:custGeom>
          <a:solidFill>
            <a:srgbClr val="003300"/>
          </a:solidFill>
          <a:ln>
            <a:noFill/>
          </a:ln>
          <a:effectLst/>
          <a:scene3d>
            <a:camera prst="orthographicFront">
              <a:rot lat="0" lon="0" rev="0"/>
            </a:camera>
            <a:lightRig rig="contrasting" dir="t">
              <a:rot lat="0" lon="0" rev="1500000"/>
            </a:lightRig>
          </a:scene3d>
          <a:sp3d prstMaterial="metal">
            <a:bevelT w="88900" h="88900"/>
          </a:sp3d>
        </p:spPr>
        <p:style>
          <a:lnRef idx="2">
            <a:schemeClr val="lt1">
              <a:hueOff val="0"/>
              <a:satOff val="0"/>
              <a:lumOff val="0"/>
              <a:alphaOff val="0"/>
            </a:schemeClr>
          </a:lnRef>
          <a:fillRef idx="1">
            <a:schemeClr val="accent1">
              <a:alpha val="50000"/>
              <a:hueOff val="0"/>
              <a:satOff val="0"/>
              <a:lumOff val="0"/>
              <a:alphaOff val="0"/>
            </a:schemeClr>
          </a:fillRef>
          <a:effectRef idx="0">
            <a:schemeClr val="accent1">
              <a:alpha val="50000"/>
              <a:hueOff val="0"/>
              <a:satOff val="0"/>
              <a:lumOff val="0"/>
              <a:alphaOff val="0"/>
            </a:schemeClr>
          </a:effectRef>
          <a:fontRef idx="minor">
            <a:schemeClr val="tx1"/>
          </a:fontRef>
        </p:style>
      </p:sp>
      <p:sp>
        <p:nvSpPr>
          <p:cNvPr id="50" name="Freeform 49"/>
          <p:cNvSpPr/>
          <p:nvPr/>
        </p:nvSpPr>
        <p:spPr>
          <a:xfrm>
            <a:off x="5227100" y="1590587"/>
            <a:ext cx="1816761" cy="2021456"/>
          </a:xfrm>
          <a:custGeom>
            <a:avLst/>
            <a:gdLst>
              <a:gd name="connsiteX0" fmla="*/ 800585 w 1816761"/>
              <a:gd name="connsiteY0" fmla="*/ 0 h 2021456"/>
              <a:gd name="connsiteX1" fmla="*/ 1584716 w 1816761"/>
              <a:gd name="connsiteY1" fmla="*/ 369793 h 2021456"/>
              <a:gd name="connsiteX2" fmla="*/ 1601170 w 1816761"/>
              <a:gd name="connsiteY2" fmla="*/ 391797 h 2021456"/>
              <a:gd name="connsiteX3" fmla="*/ 1643214 w 1816761"/>
              <a:gd name="connsiteY3" fmla="*/ 448022 h 2021456"/>
              <a:gd name="connsiteX4" fmla="*/ 1816761 w 1816761"/>
              <a:gd name="connsiteY4" fmla="*/ 1016176 h 2021456"/>
              <a:gd name="connsiteX5" fmla="*/ 1811515 w 1816761"/>
              <a:gd name="connsiteY5" fmla="*/ 1120074 h 2021456"/>
              <a:gd name="connsiteX6" fmla="*/ 1799044 w 1816761"/>
              <a:gd name="connsiteY6" fmla="*/ 1201789 h 2021456"/>
              <a:gd name="connsiteX7" fmla="*/ 1796116 w 1816761"/>
              <a:gd name="connsiteY7" fmla="*/ 1220971 h 2021456"/>
              <a:gd name="connsiteX8" fmla="*/ 1519130 w 1816761"/>
              <a:gd name="connsiteY8" fmla="*/ 1734721 h 2021456"/>
              <a:gd name="connsiteX9" fmla="*/ 1471173 w 1816761"/>
              <a:gd name="connsiteY9" fmla="*/ 1778308 h 2021456"/>
              <a:gd name="connsiteX10" fmla="*/ 1446968 w 1816761"/>
              <a:gd name="connsiteY10" fmla="*/ 1800307 h 2021456"/>
              <a:gd name="connsiteX11" fmla="*/ 1196127 w 1816761"/>
              <a:gd name="connsiteY11" fmla="*/ 1952496 h 2021456"/>
              <a:gd name="connsiteX12" fmla="*/ 1139376 w 1816761"/>
              <a:gd name="connsiteY12" fmla="*/ 1973267 h 2021456"/>
              <a:gd name="connsiteX13" fmla="*/ 1102765 w 1816761"/>
              <a:gd name="connsiteY13" fmla="*/ 1986667 h 2021456"/>
              <a:gd name="connsiteX14" fmla="*/ 1005380 w 1816761"/>
              <a:gd name="connsiteY14" fmla="*/ 2011707 h 2021456"/>
              <a:gd name="connsiteX15" fmla="*/ 941502 w 1816761"/>
              <a:gd name="connsiteY15" fmla="*/ 2021456 h 2021456"/>
              <a:gd name="connsiteX16" fmla="*/ 983546 w 1816761"/>
              <a:gd name="connsiteY16" fmla="*/ 1965231 h 2021456"/>
              <a:gd name="connsiteX17" fmla="*/ 1077237 w 1816761"/>
              <a:gd name="connsiteY17" fmla="*/ 1792619 h 2021456"/>
              <a:gd name="connsiteX18" fmla="*/ 1082596 w 1816761"/>
              <a:gd name="connsiteY18" fmla="*/ 1777979 h 2021456"/>
              <a:gd name="connsiteX19" fmla="*/ 1111408 w 1816761"/>
              <a:gd name="connsiteY19" fmla="*/ 1699257 h 2021456"/>
              <a:gd name="connsiteX20" fmla="*/ 1136448 w 1816761"/>
              <a:gd name="connsiteY20" fmla="*/ 1601872 h 2021456"/>
              <a:gd name="connsiteX21" fmla="*/ 1139281 w 1816761"/>
              <a:gd name="connsiteY21" fmla="*/ 1583314 h 2021456"/>
              <a:gd name="connsiteX22" fmla="*/ 1151847 w 1816761"/>
              <a:gd name="connsiteY22" fmla="*/ 1500975 h 2021456"/>
              <a:gd name="connsiteX23" fmla="*/ 1157093 w 1816761"/>
              <a:gd name="connsiteY23" fmla="*/ 1397077 h 2021456"/>
              <a:gd name="connsiteX24" fmla="*/ 1151847 w 1816761"/>
              <a:gd name="connsiteY24" fmla="*/ 1293179 h 2021456"/>
              <a:gd name="connsiteX25" fmla="*/ 1137030 w 1816761"/>
              <a:gd name="connsiteY25" fmla="*/ 1196091 h 2021456"/>
              <a:gd name="connsiteX26" fmla="*/ 1136448 w 1816761"/>
              <a:gd name="connsiteY26" fmla="*/ 1192282 h 2021456"/>
              <a:gd name="connsiteX27" fmla="*/ 859462 w 1816761"/>
              <a:gd name="connsiteY27" fmla="*/ 678532 h 2021456"/>
              <a:gd name="connsiteX28" fmla="*/ 800585 w 1816761"/>
              <a:gd name="connsiteY28" fmla="*/ 625020 h 2021456"/>
              <a:gd name="connsiteX29" fmla="*/ 787300 w 1816761"/>
              <a:gd name="connsiteY29" fmla="*/ 612946 h 2021456"/>
              <a:gd name="connsiteX30" fmla="*/ 140917 w 1816761"/>
              <a:gd name="connsiteY30" fmla="*/ 380901 h 2021456"/>
              <a:gd name="connsiteX31" fmla="*/ 37019 w 1816761"/>
              <a:gd name="connsiteY31" fmla="*/ 386147 h 2021456"/>
              <a:gd name="connsiteX32" fmla="*/ 0 w 1816761"/>
              <a:gd name="connsiteY32" fmla="*/ 391797 h 2021456"/>
              <a:gd name="connsiteX33" fmla="*/ 16454 w 1816761"/>
              <a:gd name="connsiteY33" fmla="*/ 369793 h 2021456"/>
              <a:gd name="connsiteX34" fmla="*/ 800585 w 1816761"/>
              <a:gd name="connsiteY34" fmla="*/ 0 h 202145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Lst>
            <a:rect l="l" t="t" r="r" b="b"/>
            <a:pathLst>
              <a:path w="1816761" h="2021456">
                <a:moveTo>
                  <a:pt x="800585" y="0"/>
                </a:moveTo>
                <a:cubicBezTo>
                  <a:pt x="1116271" y="0"/>
                  <a:pt x="1398335" y="143951"/>
                  <a:pt x="1584716" y="369793"/>
                </a:cubicBezTo>
                <a:lnTo>
                  <a:pt x="1601170" y="391797"/>
                </a:lnTo>
                <a:lnTo>
                  <a:pt x="1643214" y="448022"/>
                </a:lnTo>
                <a:cubicBezTo>
                  <a:pt x="1752783" y="610205"/>
                  <a:pt x="1816761" y="805719"/>
                  <a:pt x="1816761" y="1016176"/>
                </a:cubicBezTo>
                <a:cubicBezTo>
                  <a:pt x="1816761" y="1051252"/>
                  <a:pt x="1814984" y="1085913"/>
                  <a:pt x="1811515" y="1120074"/>
                </a:cubicBezTo>
                <a:lnTo>
                  <a:pt x="1799044" y="1201789"/>
                </a:lnTo>
                <a:lnTo>
                  <a:pt x="1796116" y="1220971"/>
                </a:lnTo>
                <a:cubicBezTo>
                  <a:pt x="1755507" y="1419423"/>
                  <a:pt x="1657049" y="1596803"/>
                  <a:pt x="1519130" y="1734721"/>
                </a:cubicBezTo>
                <a:lnTo>
                  <a:pt x="1471173" y="1778308"/>
                </a:lnTo>
                <a:lnTo>
                  <a:pt x="1446968" y="1800307"/>
                </a:lnTo>
                <a:cubicBezTo>
                  <a:pt x="1371687" y="1862434"/>
                  <a:pt x="1287307" y="1913930"/>
                  <a:pt x="1196127" y="1952496"/>
                </a:cubicBezTo>
                <a:lnTo>
                  <a:pt x="1139376" y="1973267"/>
                </a:lnTo>
                <a:lnTo>
                  <a:pt x="1102765" y="1986667"/>
                </a:lnTo>
                <a:cubicBezTo>
                  <a:pt x="1070946" y="1996564"/>
                  <a:pt x="1038456" y="2004939"/>
                  <a:pt x="1005380" y="2011707"/>
                </a:cubicBezTo>
                <a:lnTo>
                  <a:pt x="941502" y="2021456"/>
                </a:lnTo>
                <a:lnTo>
                  <a:pt x="983546" y="1965231"/>
                </a:lnTo>
                <a:cubicBezTo>
                  <a:pt x="1020069" y="1911170"/>
                  <a:pt x="1051527" y="1853406"/>
                  <a:pt x="1077237" y="1792619"/>
                </a:cubicBezTo>
                <a:lnTo>
                  <a:pt x="1082596" y="1777979"/>
                </a:lnTo>
                <a:lnTo>
                  <a:pt x="1111408" y="1699257"/>
                </a:lnTo>
                <a:cubicBezTo>
                  <a:pt x="1121305" y="1667437"/>
                  <a:pt x="1129680" y="1634947"/>
                  <a:pt x="1136448" y="1601872"/>
                </a:cubicBezTo>
                <a:lnTo>
                  <a:pt x="1139281" y="1583314"/>
                </a:lnTo>
                <a:lnTo>
                  <a:pt x="1151847" y="1500975"/>
                </a:lnTo>
                <a:cubicBezTo>
                  <a:pt x="1155316" y="1466814"/>
                  <a:pt x="1157093" y="1432153"/>
                  <a:pt x="1157093" y="1397077"/>
                </a:cubicBezTo>
                <a:cubicBezTo>
                  <a:pt x="1157093" y="1362001"/>
                  <a:pt x="1155316" y="1327340"/>
                  <a:pt x="1151847" y="1293179"/>
                </a:cubicBezTo>
                <a:lnTo>
                  <a:pt x="1137030" y="1196091"/>
                </a:lnTo>
                <a:lnTo>
                  <a:pt x="1136448" y="1192282"/>
                </a:lnTo>
                <a:cubicBezTo>
                  <a:pt x="1095839" y="993830"/>
                  <a:pt x="997381" y="816451"/>
                  <a:pt x="859462" y="678532"/>
                </a:cubicBezTo>
                <a:lnTo>
                  <a:pt x="800585" y="625020"/>
                </a:lnTo>
                <a:lnTo>
                  <a:pt x="787300" y="612946"/>
                </a:lnTo>
                <a:cubicBezTo>
                  <a:pt x="611645" y="467983"/>
                  <a:pt x="386451" y="380901"/>
                  <a:pt x="140917" y="380901"/>
                </a:cubicBezTo>
                <a:cubicBezTo>
                  <a:pt x="105841" y="380901"/>
                  <a:pt x="71180" y="382678"/>
                  <a:pt x="37019" y="386147"/>
                </a:cubicBezTo>
                <a:lnTo>
                  <a:pt x="0" y="391797"/>
                </a:lnTo>
                <a:lnTo>
                  <a:pt x="16454" y="369793"/>
                </a:lnTo>
                <a:cubicBezTo>
                  <a:pt x="202836" y="143951"/>
                  <a:pt x="484900" y="0"/>
                  <a:pt x="800585" y="0"/>
                </a:cubicBezTo>
                <a:close/>
              </a:path>
            </a:pathLst>
          </a:custGeom>
          <a:solidFill>
            <a:srgbClr val="336600"/>
          </a:solidFill>
          <a:ln>
            <a:noFill/>
          </a:ln>
          <a:effectLst>
            <a:outerShdw blurRad="149987" dist="250190" dir="8460000" algn="ctr">
              <a:srgbClr val="000000">
                <a:alpha val="28000"/>
              </a:srgbClr>
            </a:outerShdw>
          </a:effectLst>
          <a:scene3d>
            <a:camera prst="orthographicFront">
              <a:rot lat="0" lon="0" rev="0"/>
            </a:camera>
            <a:lightRig rig="contrasting" dir="t">
              <a:rot lat="0" lon="0" rev="1500000"/>
            </a:lightRig>
          </a:scene3d>
          <a:sp3d prstMaterial="metal">
            <a:bevelT w="88900" h="88900"/>
          </a:sp3d>
        </p:spPr>
        <p:style>
          <a:lnRef idx="2">
            <a:schemeClr val="lt1">
              <a:hueOff val="0"/>
              <a:satOff val="0"/>
              <a:lumOff val="0"/>
              <a:alphaOff val="0"/>
            </a:schemeClr>
          </a:lnRef>
          <a:fillRef idx="1">
            <a:schemeClr val="accent1">
              <a:alpha val="50000"/>
              <a:hueOff val="0"/>
              <a:satOff val="0"/>
              <a:lumOff val="0"/>
              <a:alphaOff val="0"/>
            </a:schemeClr>
          </a:fillRef>
          <a:effectRef idx="0">
            <a:schemeClr val="accent1">
              <a:alpha val="50000"/>
              <a:hueOff val="0"/>
              <a:satOff val="0"/>
              <a:lumOff val="0"/>
              <a:alphaOff val="0"/>
            </a:schemeClr>
          </a:effectRef>
          <a:fontRef idx="minor">
            <a:schemeClr val="tx1"/>
          </a:fontRef>
        </p:style>
      </p:sp>
      <p:sp>
        <p:nvSpPr>
          <p:cNvPr id="49" name="Freeform 48"/>
          <p:cNvSpPr/>
          <p:nvPr/>
        </p:nvSpPr>
        <p:spPr>
          <a:xfrm>
            <a:off x="5928807" y="2003405"/>
            <a:ext cx="1816761" cy="2021456"/>
          </a:xfrm>
          <a:custGeom>
            <a:avLst/>
            <a:gdLst>
              <a:gd name="connsiteX0" fmla="*/ 941503 w 1816761"/>
              <a:gd name="connsiteY0" fmla="*/ 0 h 2021456"/>
              <a:gd name="connsiteX1" fmla="*/ 1005380 w 1816761"/>
              <a:gd name="connsiteY1" fmla="*/ 9749 h 2021456"/>
              <a:gd name="connsiteX2" fmla="*/ 1816761 w 1816761"/>
              <a:gd name="connsiteY2" fmla="*/ 1005280 h 2021456"/>
              <a:gd name="connsiteX3" fmla="*/ 1771076 w 1816761"/>
              <a:gd name="connsiteY3" fmla="*/ 1307460 h 2021456"/>
              <a:gd name="connsiteX4" fmla="*/ 1742264 w 1816761"/>
              <a:gd name="connsiteY4" fmla="*/ 1386182 h 2021456"/>
              <a:gd name="connsiteX5" fmla="*/ 1736905 w 1816761"/>
              <a:gd name="connsiteY5" fmla="*/ 1400822 h 2021456"/>
              <a:gd name="connsiteX6" fmla="*/ 1196127 w 1816761"/>
              <a:gd name="connsiteY6" fmla="*/ 1941600 h 2021456"/>
              <a:gd name="connsiteX7" fmla="*/ 1139282 w 1816761"/>
              <a:gd name="connsiteY7" fmla="*/ 1962406 h 2021456"/>
              <a:gd name="connsiteX8" fmla="*/ 1102765 w 1816761"/>
              <a:gd name="connsiteY8" fmla="*/ 1975771 h 2021456"/>
              <a:gd name="connsiteX9" fmla="*/ 800585 w 1816761"/>
              <a:gd name="connsiteY9" fmla="*/ 2021456 h 2021456"/>
              <a:gd name="connsiteX10" fmla="*/ 498405 w 1816761"/>
              <a:gd name="connsiteY10" fmla="*/ 1975771 h 2021456"/>
              <a:gd name="connsiteX11" fmla="*/ 477363 w 1816761"/>
              <a:gd name="connsiteY11" fmla="*/ 1968069 h 2021456"/>
              <a:gd name="connsiteX12" fmla="*/ 405043 w 1816761"/>
              <a:gd name="connsiteY12" fmla="*/ 1941600 h 2021456"/>
              <a:gd name="connsiteX13" fmla="*/ 154202 w 1816761"/>
              <a:gd name="connsiteY13" fmla="*/ 1789411 h 2021456"/>
              <a:gd name="connsiteX14" fmla="*/ 140918 w 1816761"/>
              <a:gd name="connsiteY14" fmla="*/ 1777337 h 2021456"/>
              <a:gd name="connsiteX15" fmla="*/ 82040 w 1816761"/>
              <a:gd name="connsiteY15" fmla="*/ 1723825 h 2021456"/>
              <a:gd name="connsiteX16" fmla="*/ 16454 w 1816761"/>
              <a:gd name="connsiteY16" fmla="*/ 1651663 h 2021456"/>
              <a:gd name="connsiteX17" fmla="*/ 0 w 1816761"/>
              <a:gd name="connsiteY17" fmla="*/ 1629659 h 2021456"/>
              <a:gd name="connsiteX18" fmla="*/ 37020 w 1816761"/>
              <a:gd name="connsiteY18" fmla="*/ 1635309 h 2021456"/>
              <a:gd name="connsiteX19" fmla="*/ 140918 w 1816761"/>
              <a:gd name="connsiteY19" fmla="*/ 1640555 h 2021456"/>
              <a:gd name="connsiteX20" fmla="*/ 244816 w 1816761"/>
              <a:gd name="connsiteY20" fmla="*/ 1635309 h 2021456"/>
              <a:gd name="connsiteX21" fmla="*/ 281835 w 1816761"/>
              <a:gd name="connsiteY21" fmla="*/ 1629659 h 2021456"/>
              <a:gd name="connsiteX22" fmla="*/ 345713 w 1816761"/>
              <a:gd name="connsiteY22" fmla="*/ 1619910 h 2021456"/>
              <a:gd name="connsiteX23" fmla="*/ 443098 w 1816761"/>
              <a:gd name="connsiteY23" fmla="*/ 1594870 h 2021456"/>
              <a:gd name="connsiteX24" fmla="*/ 479709 w 1816761"/>
              <a:gd name="connsiteY24" fmla="*/ 1581470 h 2021456"/>
              <a:gd name="connsiteX25" fmla="*/ 536460 w 1816761"/>
              <a:gd name="connsiteY25" fmla="*/ 1560699 h 2021456"/>
              <a:gd name="connsiteX26" fmla="*/ 787301 w 1816761"/>
              <a:gd name="connsiteY26" fmla="*/ 1408510 h 2021456"/>
              <a:gd name="connsiteX27" fmla="*/ 811506 w 1816761"/>
              <a:gd name="connsiteY27" fmla="*/ 1386511 h 2021456"/>
              <a:gd name="connsiteX28" fmla="*/ 859463 w 1816761"/>
              <a:gd name="connsiteY28" fmla="*/ 1342924 h 2021456"/>
              <a:gd name="connsiteX29" fmla="*/ 1136449 w 1816761"/>
              <a:gd name="connsiteY29" fmla="*/ 829174 h 2021456"/>
              <a:gd name="connsiteX30" fmla="*/ 1139377 w 1816761"/>
              <a:gd name="connsiteY30" fmla="*/ 809992 h 2021456"/>
              <a:gd name="connsiteX31" fmla="*/ 1151848 w 1816761"/>
              <a:gd name="connsiteY31" fmla="*/ 728277 h 2021456"/>
              <a:gd name="connsiteX32" fmla="*/ 1157094 w 1816761"/>
              <a:gd name="connsiteY32" fmla="*/ 624379 h 2021456"/>
              <a:gd name="connsiteX33" fmla="*/ 983547 w 1816761"/>
              <a:gd name="connsiteY33" fmla="*/ 56225 h 202145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Lst>
            <a:rect l="l" t="t" r="r" b="b"/>
            <a:pathLst>
              <a:path w="1816761" h="2021456">
                <a:moveTo>
                  <a:pt x="941503" y="0"/>
                </a:moveTo>
                <a:lnTo>
                  <a:pt x="1005380" y="9749"/>
                </a:lnTo>
                <a:cubicBezTo>
                  <a:pt x="1468435" y="104504"/>
                  <a:pt x="1816761" y="514214"/>
                  <a:pt x="1816761" y="1005280"/>
                </a:cubicBezTo>
                <a:cubicBezTo>
                  <a:pt x="1816761" y="1110509"/>
                  <a:pt x="1800767" y="1212001"/>
                  <a:pt x="1771076" y="1307460"/>
                </a:cubicBezTo>
                <a:lnTo>
                  <a:pt x="1742264" y="1386182"/>
                </a:lnTo>
                <a:lnTo>
                  <a:pt x="1736905" y="1400822"/>
                </a:lnTo>
                <a:cubicBezTo>
                  <a:pt x="1634063" y="1643969"/>
                  <a:pt x="1439274" y="1838758"/>
                  <a:pt x="1196127" y="1941600"/>
                </a:cubicBezTo>
                <a:lnTo>
                  <a:pt x="1139282" y="1962406"/>
                </a:lnTo>
                <a:lnTo>
                  <a:pt x="1102765" y="1975771"/>
                </a:lnTo>
                <a:cubicBezTo>
                  <a:pt x="1007307" y="2005462"/>
                  <a:pt x="905814" y="2021456"/>
                  <a:pt x="800585" y="2021456"/>
                </a:cubicBezTo>
                <a:cubicBezTo>
                  <a:pt x="695357" y="2021456"/>
                  <a:pt x="593864" y="2005462"/>
                  <a:pt x="498405" y="1975771"/>
                </a:cubicBezTo>
                <a:lnTo>
                  <a:pt x="477363" y="1968069"/>
                </a:lnTo>
                <a:lnTo>
                  <a:pt x="405043" y="1941600"/>
                </a:lnTo>
                <a:cubicBezTo>
                  <a:pt x="313863" y="1903034"/>
                  <a:pt x="229483" y="1851538"/>
                  <a:pt x="154202" y="1789411"/>
                </a:cubicBezTo>
                <a:lnTo>
                  <a:pt x="140918" y="1777337"/>
                </a:lnTo>
                <a:lnTo>
                  <a:pt x="82040" y="1723825"/>
                </a:lnTo>
                <a:cubicBezTo>
                  <a:pt x="59054" y="1700839"/>
                  <a:pt x="37163" y="1676756"/>
                  <a:pt x="16454" y="1651663"/>
                </a:cubicBezTo>
                <a:lnTo>
                  <a:pt x="0" y="1629659"/>
                </a:lnTo>
                <a:lnTo>
                  <a:pt x="37020" y="1635309"/>
                </a:lnTo>
                <a:cubicBezTo>
                  <a:pt x="71181" y="1638778"/>
                  <a:pt x="105842" y="1640555"/>
                  <a:pt x="140918" y="1640555"/>
                </a:cubicBezTo>
                <a:cubicBezTo>
                  <a:pt x="175994" y="1640555"/>
                  <a:pt x="210656" y="1638778"/>
                  <a:pt x="244816" y="1635309"/>
                </a:cubicBezTo>
                <a:lnTo>
                  <a:pt x="281835" y="1629659"/>
                </a:lnTo>
                <a:lnTo>
                  <a:pt x="345713" y="1619910"/>
                </a:lnTo>
                <a:cubicBezTo>
                  <a:pt x="378789" y="1613142"/>
                  <a:pt x="411279" y="1604767"/>
                  <a:pt x="443098" y="1594870"/>
                </a:cubicBezTo>
                <a:lnTo>
                  <a:pt x="479709" y="1581470"/>
                </a:lnTo>
                <a:lnTo>
                  <a:pt x="536460" y="1560699"/>
                </a:lnTo>
                <a:cubicBezTo>
                  <a:pt x="627640" y="1522133"/>
                  <a:pt x="712020" y="1470637"/>
                  <a:pt x="787301" y="1408510"/>
                </a:cubicBezTo>
                <a:lnTo>
                  <a:pt x="811506" y="1386511"/>
                </a:lnTo>
                <a:lnTo>
                  <a:pt x="859463" y="1342924"/>
                </a:lnTo>
                <a:cubicBezTo>
                  <a:pt x="997382" y="1205006"/>
                  <a:pt x="1095840" y="1027626"/>
                  <a:pt x="1136449" y="829174"/>
                </a:cubicBezTo>
                <a:lnTo>
                  <a:pt x="1139377" y="809992"/>
                </a:lnTo>
                <a:lnTo>
                  <a:pt x="1151848" y="728277"/>
                </a:lnTo>
                <a:cubicBezTo>
                  <a:pt x="1155317" y="694116"/>
                  <a:pt x="1157094" y="659455"/>
                  <a:pt x="1157094" y="624379"/>
                </a:cubicBezTo>
                <a:cubicBezTo>
                  <a:pt x="1157094" y="413922"/>
                  <a:pt x="1093116" y="218408"/>
                  <a:pt x="983547" y="56225"/>
                </a:cubicBezTo>
                <a:close/>
              </a:path>
            </a:pathLst>
          </a:custGeom>
          <a:solidFill>
            <a:srgbClr val="006600"/>
          </a:solidFill>
          <a:ln>
            <a:noFill/>
          </a:ln>
          <a:effectLst/>
          <a:scene3d>
            <a:camera prst="orthographicFront">
              <a:rot lat="0" lon="0" rev="0"/>
            </a:camera>
            <a:lightRig rig="contrasting" dir="t">
              <a:rot lat="0" lon="0" rev="1500000"/>
            </a:lightRig>
          </a:scene3d>
          <a:sp3d prstMaterial="metal">
            <a:bevelT w="88900" h="88900"/>
          </a:sp3d>
        </p:spPr>
        <p:style>
          <a:lnRef idx="2">
            <a:schemeClr val="lt1">
              <a:hueOff val="0"/>
              <a:satOff val="0"/>
              <a:lumOff val="0"/>
              <a:alphaOff val="0"/>
            </a:schemeClr>
          </a:lnRef>
          <a:fillRef idx="1">
            <a:schemeClr val="accent1">
              <a:alpha val="50000"/>
              <a:hueOff val="0"/>
              <a:satOff val="0"/>
              <a:lumOff val="0"/>
              <a:alphaOff val="0"/>
            </a:schemeClr>
          </a:fillRef>
          <a:effectRef idx="0">
            <a:schemeClr val="accent1">
              <a:alpha val="50000"/>
              <a:hueOff val="0"/>
              <a:satOff val="0"/>
              <a:lumOff val="0"/>
              <a:alphaOff val="0"/>
            </a:schemeClr>
          </a:effectRef>
          <a:fontRef idx="minor">
            <a:schemeClr val="tx1"/>
          </a:fontRef>
        </p:style>
      </p:sp>
      <p:sp>
        <p:nvSpPr>
          <p:cNvPr id="16" name="Freeform 15"/>
          <p:cNvSpPr/>
          <p:nvPr/>
        </p:nvSpPr>
        <p:spPr>
          <a:xfrm>
            <a:off x="1814638" y="1433611"/>
            <a:ext cx="2407489" cy="1693626"/>
          </a:xfrm>
          <a:custGeom>
            <a:avLst/>
            <a:gdLst>
              <a:gd name="connsiteX0" fmla="*/ 0 w 2407489"/>
              <a:gd name="connsiteY0" fmla="*/ 0 h 1693626"/>
              <a:gd name="connsiteX1" fmla="*/ 2407489 w 2407489"/>
              <a:gd name="connsiteY1" fmla="*/ 0 h 1693626"/>
              <a:gd name="connsiteX2" fmla="*/ 2407489 w 2407489"/>
              <a:gd name="connsiteY2" fmla="*/ 1693626 h 1693626"/>
              <a:gd name="connsiteX3" fmla="*/ 0 w 2407489"/>
              <a:gd name="connsiteY3" fmla="*/ 1693626 h 1693626"/>
              <a:gd name="connsiteX4" fmla="*/ 0 w 2407489"/>
              <a:gd name="connsiteY4" fmla="*/ 0 h 169362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407489" h="1693626">
                <a:moveTo>
                  <a:pt x="0" y="0"/>
                </a:moveTo>
                <a:lnTo>
                  <a:pt x="2407489" y="0"/>
                </a:lnTo>
                <a:lnTo>
                  <a:pt x="2407489" y="1693626"/>
                </a:lnTo>
                <a:lnTo>
                  <a:pt x="0" y="1693626"/>
                </a:lnTo>
                <a:lnTo>
                  <a:pt x="0" y="0"/>
                </a:lnTo>
                <a:close/>
              </a:path>
            </a:pathLst>
          </a:custGeom>
          <a:noFill/>
          <a:ln>
            <a:noFill/>
          </a:ln>
          <a:sp3d/>
        </p:spPr>
        <p:style>
          <a:lnRef idx="0">
            <a:scrgbClr r="0" g="0" b="0"/>
          </a:lnRef>
          <a:fillRef idx="0">
            <a:scrgbClr r="0" g="0" b="0"/>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0" tIns="0" rIns="0" bIns="0" numCol="1" spcCol="1270" anchor="ctr" anchorCtr="0">
            <a:noAutofit/>
          </a:bodyPr>
          <a:lstStyle/>
          <a:p>
            <a:pPr lvl="0" algn="ctr" defTabSz="2178050">
              <a:lnSpc>
                <a:spcPct val="90000"/>
              </a:lnSpc>
              <a:spcBef>
                <a:spcPct val="0"/>
              </a:spcBef>
              <a:spcAft>
                <a:spcPct val="35000"/>
              </a:spcAft>
            </a:pPr>
            <a:endParaRPr lang="en-US" sz="4900" kern="1200"/>
          </a:p>
        </p:txBody>
      </p:sp>
      <p:sp>
        <p:nvSpPr>
          <p:cNvPr id="56" name="TextBox 55"/>
          <p:cNvSpPr txBox="1"/>
          <p:nvPr/>
        </p:nvSpPr>
        <p:spPr>
          <a:xfrm>
            <a:off x="3226103" y="224424"/>
            <a:ext cx="5645201" cy="646331"/>
          </a:xfrm>
          <a:prstGeom prst="rect">
            <a:avLst/>
          </a:prstGeom>
          <a:noFill/>
        </p:spPr>
        <p:txBody>
          <a:bodyPr wrap="square" rtlCol="0">
            <a:spAutoFit/>
          </a:bodyPr>
          <a:lstStyle/>
          <a:p>
            <a:pPr algn="ctr"/>
            <a:r>
              <a:rPr lang="en-US" sz="3600" b="1" dirty="0">
                <a:solidFill>
                  <a:schemeClr val="bg1"/>
                </a:solidFill>
                <a:latin typeface="Bradley Hand ITC" panose="03070402050302030203" pitchFamily="66" charset="0"/>
              </a:rPr>
              <a:t>SYSTEM ARCHITECTURE</a:t>
            </a:r>
          </a:p>
        </p:txBody>
      </p:sp>
      <p:sp>
        <p:nvSpPr>
          <p:cNvPr id="57" name="TextBox 56"/>
          <p:cNvSpPr txBox="1"/>
          <p:nvPr/>
        </p:nvSpPr>
        <p:spPr>
          <a:xfrm>
            <a:off x="2969605" y="1433611"/>
            <a:ext cx="651642" cy="830997"/>
          </a:xfrm>
          <a:prstGeom prst="rect">
            <a:avLst/>
          </a:prstGeom>
          <a:noFill/>
        </p:spPr>
        <p:txBody>
          <a:bodyPr wrap="square" rtlCol="0">
            <a:spAutoFit/>
          </a:bodyPr>
          <a:lstStyle/>
          <a:p>
            <a:r>
              <a:rPr lang="en-US" sz="4800" dirty="0">
                <a:solidFill>
                  <a:schemeClr val="bg1"/>
                </a:solidFill>
                <a:latin typeface="Arial" panose="020B0604020202020204" pitchFamily="34" charset="0"/>
                <a:cs typeface="Arial" panose="020B0604020202020204" pitchFamily="34" charset="0"/>
              </a:rPr>
              <a:t>1</a:t>
            </a:r>
            <a:endParaRPr lang="en-US" dirty="0">
              <a:solidFill>
                <a:schemeClr val="bg1"/>
              </a:solidFill>
              <a:latin typeface="Arial" panose="020B0604020202020204" pitchFamily="34" charset="0"/>
              <a:cs typeface="Arial" panose="020B0604020202020204" pitchFamily="34" charset="0"/>
            </a:endParaRPr>
          </a:p>
        </p:txBody>
      </p:sp>
      <p:sp>
        <p:nvSpPr>
          <p:cNvPr id="65" name="TextBox 64"/>
          <p:cNvSpPr txBox="1"/>
          <p:nvPr/>
        </p:nvSpPr>
        <p:spPr>
          <a:xfrm>
            <a:off x="2977472" y="3193864"/>
            <a:ext cx="651642" cy="830997"/>
          </a:xfrm>
          <a:prstGeom prst="rect">
            <a:avLst/>
          </a:prstGeom>
          <a:noFill/>
        </p:spPr>
        <p:txBody>
          <a:bodyPr wrap="square" rtlCol="0">
            <a:spAutoFit/>
          </a:bodyPr>
          <a:lstStyle/>
          <a:p>
            <a:r>
              <a:rPr lang="en-US" sz="4800" dirty="0">
                <a:solidFill>
                  <a:schemeClr val="bg1"/>
                </a:solidFill>
                <a:latin typeface="Arial" panose="020B0604020202020204" pitchFamily="34" charset="0"/>
                <a:cs typeface="Arial" panose="020B0604020202020204" pitchFamily="34" charset="0"/>
              </a:rPr>
              <a:t>2</a:t>
            </a:r>
            <a:endParaRPr lang="en-US" dirty="0">
              <a:solidFill>
                <a:schemeClr val="bg1"/>
              </a:solidFill>
              <a:latin typeface="Arial" panose="020B0604020202020204" pitchFamily="34" charset="0"/>
              <a:cs typeface="Arial" panose="020B0604020202020204" pitchFamily="34" charset="0"/>
            </a:endParaRPr>
          </a:p>
        </p:txBody>
      </p:sp>
      <p:sp>
        <p:nvSpPr>
          <p:cNvPr id="66" name="TextBox 65"/>
          <p:cNvSpPr txBox="1"/>
          <p:nvPr/>
        </p:nvSpPr>
        <p:spPr>
          <a:xfrm>
            <a:off x="2977472" y="5056717"/>
            <a:ext cx="651642" cy="830997"/>
          </a:xfrm>
          <a:prstGeom prst="rect">
            <a:avLst/>
          </a:prstGeom>
          <a:noFill/>
        </p:spPr>
        <p:txBody>
          <a:bodyPr wrap="square" rtlCol="0">
            <a:spAutoFit/>
          </a:bodyPr>
          <a:lstStyle/>
          <a:p>
            <a:r>
              <a:rPr lang="en-US" sz="4800" dirty="0">
                <a:solidFill>
                  <a:schemeClr val="bg1"/>
                </a:solidFill>
                <a:latin typeface="Arial" panose="020B0604020202020204" pitchFamily="34" charset="0"/>
                <a:cs typeface="Arial" panose="020B0604020202020204" pitchFamily="34" charset="0"/>
              </a:rPr>
              <a:t>3</a:t>
            </a:r>
            <a:endParaRPr lang="en-US" dirty="0">
              <a:solidFill>
                <a:schemeClr val="bg1"/>
              </a:solidFill>
              <a:latin typeface="Arial" panose="020B0604020202020204" pitchFamily="34" charset="0"/>
              <a:cs typeface="Arial" panose="020B0604020202020204" pitchFamily="34" charset="0"/>
            </a:endParaRPr>
          </a:p>
        </p:txBody>
      </p:sp>
      <p:sp>
        <p:nvSpPr>
          <p:cNvPr id="68" name="TextBox 67"/>
          <p:cNvSpPr txBox="1"/>
          <p:nvPr/>
        </p:nvSpPr>
        <p:spPr>
          <a:xfrm>
            <a:off x="8473890" y="1436377"/>
            <a:ext cx="651642" cy="830997"/>
          </a:xfrm>
          <a:prstGeom prst="rect">
            <a:avLst/>
          </a:prstGeom>
          <a:noFill/>
        </p:spPr>
        <p:txBody>
          <a:bodyPr wrap="square" rtlCol="0">
            <a:spAutoFit/>
          </a:bodyPr>
          <a:lstStyle/>
          <a:p>
            <a:r>
              <a:rPr lang="en-US" sz="4800" dirty="0">
                <a:solidFill>
                  <a:schemeClr val="bg1"/>
                </a:solidFill>
                <a:latin typeface="Arial" panose="020B0604020202020204" pitchFamily="34" charset="0"/>
                <a:cs typeface="Arial" panose="020B0604020202020204" pitchFamily="34" charset="0"/>
              </a:rPr>
              <a:t>6</a:t>
            </a:r>
            <a:endParaRPr lang="en-US" dirty="0">
              <a:solidFill>
                <a:schemeClr val="bg1"/>
              </a:solidFill>
              <a:latin typeface="Arial" panose="020B0604020202020204" pitchFamily="34" charset="0"/>
              <a:cs typeface="Arial" panose="020B0604020202020204" pitchFamily="34" charset="0"/>
            </a:endParaRPr>
          </a:p>
        </p:txBody>
      </p:sp>
      <p:sp>
        <p:nvSpPr>
          <p:cNvPr id="69" name="TextBox 68"/>
          <p:cNvSpPr txBox="1"/>
          <p:nvPr/>
        </p:nvSpPr>
        <p:spPr>
          <a:xfrm>
            <a:off x="8455690" y="3127237"/>
            <a:ext cx="651642" cy="830997"/>
          </a:xfrm>
          <a:prstGeom prst="rect">
            <a:avLst/>
          </a:prstGeom>
          <a:noFill/>
        </p:spPr>
        <p:txBody>
          <a:bodyPr wrap="square" rtlCol="0">
            <a:spAutoFit/>
          </a:bodyPr>
          <a:lstStyle/>
          <a:p>
            <a:r>
              <a:rPr lang="en-US" sz="4800" dirty="0">
                <a:solidFill>
                  <a:schemeClr val="bg1"/>
                </a:solidFill>
                <a:latin typeface="Arial" panose="020B0604020202020204" pitchFamily="34" charset="0"/>
                <a:cs typeface="Arial" panose="020B0604020202020204" pitchFamily="34" charset="0"/>
              </a:rPr>
              <a:t>5</a:t>
            </a:r>
            <a:endParaRPr lang="en-US" dirty="0">
              <a:solidFill>
                <a:schemeClr val="bg1"/>
              </a:solidFill>
              <a:latin typeface="Arial" panose="020B0604020202020204" pitchFamily="34" charset="0"/>
              <a:cs typeface="Arial" panose="020B0604020202020204" pitchFamily="34" charset="0"/>
            </a:endParaRPr>
          </a:p>
        </p:txBody>
      </p:sp>
      <p:sp>
        <p:nvSpPr>
          <p:cNvPr id="70" name="TextBox 69"/>
          <p:cNvSpPr txBox="1"/>
          <p:nvPr/>
        </p:nvSpPr>
        <p:spPr>
          <a:xfrm>
            <a:off x="8434846" y="5056716"/>
            <a:ext cx="651642" cy="830997"/>
          </a:xfrm>
          <a:prstGeom prst="rect">
            <a:avLst/>
          </a:prstGeom>
          <a:noFill/>
        </p:spPr>
        <p:txBody>
          <a:bodyPr wrap="square" rtlCol="0">
            <a:spAutoFit/>
          </a:bodyPr>
          <a:lstStyle/>
          <a:p>
            <a:r>
              <a:rPr lang="en-US" sz="4800" dirty="0">
                <a:solidFill>
                  <a:schemeClr val="bg1"/>
                </a:solidFill>
                <a:latin typeface="Arial" panose="020B0604020202020204" pitchFamily="34" charset="0"/>
                <a:cs typeface="Arial" panose="020B0604020202020204" pitchFamily="34" charset="0"/>
              </a:rPr>
              <a:t>4</a:t>
            </a:r>
            <a:endParaRPr lang="en-US" dirty="0">
              <a:solidFill>
                <a:schemeClr val="bg1"/>
              </a:solidFill>
              <a:latin typeface="Arial" panose="020B0604020202020204" pitchFamily="34" charset="0"/>
              <a:cs typeface="Arial" panose="020B0604020202020204" pitchFamily="34" charset="0"/>
            </a:endParaRPr>
          </a:p>
        </p:txBody>
      </p:sp>
      <p:sp>
        <p:nvSpPr>
          <p:cNvPr id="71" name="TextBox 70"/>
          <p:cNvSpPr txBox="1"/>
          <p:nvPr/>
        </p:nvSpPr>
        <p:spPr>
          <a:xfrm>
            <a:off x="47074" y="1479777"/>
            <a:ext cx="3036948" cy="738664"/>
          </a:xfrm>
          <a:prstGeom prst="rect">
            <a:avLst/>
          </a:prstGeom>
          <a:noFill/>
        </p:spPr>
        <p:txBody>
          <a:bodyPr wrap="square" rtlCol="0">
            <a:spAutoFit/>
          </a:bodyPr>
          <a:lstStyle/>
          <a:p>
            <a:pPr algn="r"/>
            <a:r>
              <a:rPr lang="en-US" sz="1400" b="1" dirty="0">
                <a:solidFill>
                  <a:schemeClr val="bg1"/>
                </a:solidFill>
              </a:rPr>
              <a:t>User</a:t>
            </a:r>
            <a:r>
              <a:rPr lang="en-US" sz="1400" dirty="0">
                <a:solidFill>
                  <a:schemeClr val="bg1"/>
                </a:solidFill>
              </a:rPr>
              <a:t>: The person who interacts with the system by logging in and taking the health quiz.</a:t>
            </a:r>
            <a:endParaRPr lang="en-US" sz="1400" dirty="0">
              <a:solidFill>
                <a:schemeClr val="bg1"/>
              </a:solidFill>
              <a:latin typeface="+mj-lt"/>
            </a:endParaRPr>
          </a:p>
        </p:txBody>
      </p:sp>
      <p:sp>
        <p:nvSpPr>
          <p:cNvPr id="72" name="TextBox 71"/>
          <p:cNvSpPr txBox="1"/>
          <p:nvPr/>
        </p:nvSpPr>
        <p:spPr>
          <a:xfrm>
            <a:off x="197680" y="3199028"/>
            <a:ext cx="2886342" cy="954107"/>
          </a:xfrm>
          <a:prstGeom prst="rect">
            <a:avLst/>
          </a:prstGeom>
          <a:noFill/>
        </p:spPr>
        <p:txBody>
          <a:bodyPr wrap="square" rtlCol="0">
            <a:spAutoFit/>
          </a:bodyPr>
          <a:lstStyle/>
          <a:p>
            <a:pPr algn="r"/>
            <a:r>
              <a:rPr lang="en-US" sz="1400" b="1" dirty="0">
                <a:solidFill>
                  <a:schemeClr val="bg1"/>
                </a:solidFill>
              </a:rPr>
              <a:t>Quiz Module</a:t>
            </a:r>
            <a:r>
              <a:rPr lang="en-US" sz="1400" dirty="0">
                <a:solidFill>
                  <a:schemeClr val="bg1"/>
                </a:solidFill>
              </a:rPr>
              <a:t>: Collects information about the user’s health, lifestyle, and preferences through a simple questionnaire</a:t>
            </a:r>
            <a:r>
              <a:rPr lang="en-US" sz="1400" dirty="0"/>
              <a:t>.</a:t>
            </a:r>
            <a:endParaRPr lang="en-US" sz="1400" dirty="0">
              <a:solidFill>
                <a:schemeClr val="bg1"/>
              </a:solidFill>
              <a:latin typeface="+mj-lt"/>
            </a:endParaRPr>
          </a:p>
        </p:txBody>
      </p:sp>
      <p:sp>
        <p:nvSpPr>
          <p:cNvPr id="73" name="TextBox 72"/>
          <p:cNvSpPr txBox="1"/>
          <p:nvPr/>
        </p:nvSpPr>
        <p:spPr>
          <a:xfrm>
            <a:off x="258158" y="5018598"/>
            <a:ext cx="2825378" cy="954107"/>
          </a:xfrm>
          <a:prstGeom prst="rect">
            <a:avLst/>
          </a:prstGeom>
          <a:noFill/>
        </p:spPr>
        <p:txBody>
          <a:bodyPr wrap="square" rtlCol="0">
            <a:spAutoFit/>
          </a:bodyPr>
          <a:lstStyle/>
          <a:p>
            <a:pPr algn="r"/>
            <a:r>
              <a:rPr lang="en-US" sz="1400" b="1" dirty="0">
                <a:solidFill>
                  <a:schemeClr val="bg1"/>
                </a:solidFill>
              </a:rPr>
              <a:t>Backend (Flask/Node.js)</a:t>
            </a:r>
            <a:r>
              <a:rPr lang="en-US" sz="1400" dirty="0">
                <a:solidFill>
                  <a:schemeClr val="bg1"/>
                </a:solidFill>
              </a:rPr>
              <a:t>: Processes quiz responses, applies logic/AI to generate personalized recommendations.</a:t>
            </a:r>
            <a:endParaRPr lang="en-US" sz="1400" dirty="0">
              <a:solidFill>
                <a:schemeClr val="bg1"/>
              </a:solidFill>
              <a:latin typeface="+mj-lt"/>
            </a:endParaRPr>
          </a:p>
        </p:txBody>
      </p:sp>
      <p:sp>
        <p:nvSpPr>
          <p:cNvPr id="74" name="TextBox 73"/>
          <p:cNvSpPr txBox="1"/>
          <p:nvPr/>
        </p:nvSpPr>
        <p:spPr>
          <a:xfrm>
            <a:off x="9086488" y="1264332"/>
            <a:ext cx="2874284" cy="954107"/>
          </a:xfrm>
          <a:prstGeom prst="rect">
            <a:avLst/>
          </a:prstGeom>
          <a:noFill/>
        </p:spPr>
        <p:txBody>
          <a:bodyPr wrap="square" rtlCol="0">
            <a:spAutoFit/>
          </a:bodyPr>
          <a:lstStyle/>
          <a:p>
            <a:r>
              <a:rPr lang="en-US" sz="1400" b="1" dirty="0">
                <a:solidFill>
                  <a:schemeClr val="bg1"/>
                </a:solidFill>
              </a:rPr>
              <a:t>Feedback Module</a:t>
            </a:r>
            <a:r>
              <a:rPr lang="en-US" sz="1400" dirty="0">
                <a:solidFill>
                  <a:schemeClr val="bg1"/>
                </a:solidFill>
              </a:rPr>
              <a:t>: Allows users to submit feedback on the recommendations for future improvement.</a:t>
            </a:r>
            <a:endParaRPr lang="en-US" sz="1400" dirty="0">
              <a:solidFill>
                <a:schemeClr val="bg1"/>
              </a:solidFill>
              <a:latin typeface="+mj-lt"/>
            </a:endParaRPr>
          </a:p>
        </p:txBody>
      </p:sp>
      <p:sp>
        <p:nvSpPr>
          <p:cNvPr id="75" name="TextBox 74"/>
          <p:cNvSpPr txBox="1"/>
          <p:nvPr/>
        </p:nvSpPr>
        <p:spPr>
          <a:xfrm>
            <a:off x="9053146" y="3065681"/>
            <a:ext cx="2874461" cy="954107"/>
          </a:xfrm>
          <a:prstGeom prst="rect">
            <a:avLst/>
          </a:prstGeom>
          <a:noFill/>
        </p:spPr>
        <p:txBody>
          <a:bodyPr wrap="square" rtlCol="0">
            <a:spAutoFit/>
          </a:bodyPr>
          <a:lstStyle/>
          <a:p>
            <a:r>
              <a:rPr lang="en-US" sz="1400" b="1" dirty="0">
                <a:solidFill>
                  <a:schemeClr val="bg1"/>
                </a:solidFill>
              </a:rPr>
              <a:t>Output / Dashboard</a:t>
            </a:r>
            <a:r>
              <a:rPr lang="en-US" sz="1400" dirty="0">
                <a:solidFill>
                  <a:schemeClr val="bg1"/>
                </a:solidFill>
              </a:rPr>
              <a:t>: Displays the recommendations in a user-friendly format, allowing users to view and follow them.</a:t>
            </a:r>
            <a:endParaRPr lang="en-US" sz="1400" dirty="0">
              <a:solidFill>
                <a:schemeClr val="bg1"/>
              </a:solidFill>
              <a:latin typeface="+mj-lt"/>
            </a:endParaRPr>
          </a:p>
        </p:txBody>
      </p:sp>
      <p:sp>
        <p:nvSpPr>
          <p:cNvPr id="76" name="TextBox 75"/>
          <p:cNvSpPr txBox="1"/>
          <p:nvPr/>
        </p:nvSpPr>
        <p:spPr>
          <a:xfrm>
            <a:off x="9053146" y="4933606"/>
            <a:ext cx="2841119" cy="954107"/>
          </a:xfrm>
          <a:prstGeom prst="rect">
            <a:avLst/>
          </a:prstGeom>
          <a:noFill/>
        </p:spPr>
        <p:txBody>
          <a:bodyPr wrap="square" rtlCol="0">
            <a:spAutoFit/>
          </a:bodyPr>
          <a:lstStyle/>
          <a:p>
            <a:r>
              <a:rPr lang="en-US" sz="1400" b="1" dirty="0">
                <a:solidFill>
                  <a:schemeClr val="bg1"/>
                </a:solidFill>
              </a:rPr>
              <a:t>Recommendation Engine</a:t>
            </a:r>
            <a:r>
              <a:rPr lang="en-US" sz="1400" dirty="0">
                <a:solidFill>
                  <a:schemeClr val="bg1"/>
                </a:solidFill>
              </a:rPr>
              <a:t>: Analyzes user data and provides Ayurvedic remedies, yoga asana, and diet tips based on individual needs.</a:t>
            </a:r>
            <a:endParaRPr lang="en-US" sz="1400" dirty="0">
              <a:solidFill>
                <a:schemeClr val="bg1"/>
              </a:solidFill>
              <a:latin typeface="+mj-lt"/>
            </a:endParaRPr>
          </a:p>
        </p:txBody>
      </p:sp>
    </p:spTree>
    <p:extLst>
      <p:ext uri="{BB962C8B-B14F-4D97-AF65-F5344CB8AC3E}">
        <p14:creationId xmlns:p14="http://schemas.microsoft.com/office/powerpoint/2010/main" val="2225634436"/>
      </p:ext>
    </p:extLst>
  </p:cSld>
  <p:clrMapOvr>
    <a:masterClrMapping/>
  </p:clrMapOvr>
  <mc:AlternateContent xmlns:mc="http://schemas.openxmlformats.org/markup-compatibility/2006" xmlns:p14="http://schemas.microsoft.com/office/powerpoint/2010/main">
    <mc:Choice Requires="p14">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4" fill="hold" nodeType="withEffect" p14:presetBounceEnd="75000">
                                      <p:stCondLst>
                                        <p:cond delay="0"/>
                                      </p:stCondLst>
                                      <p:childTnLst>
                                        <p:set>
                                          <p:cBhvr>
                                            <p:cTn id="6" dur="1" fill="hold">
                                              <p:stCondLst>
                                                <p:cond delay="0"/>
                                              </p:stCondLst>
                                            </p:cTn>
                                            <p:tgtEl>
                                              <p:spTgt spid="50"/>
                                            </p:tgtEl>
                                            <p:attrNameLst>
                                              <p:attrName>style.visibility</p:attrName>
                                            </p:attrNameLst>
                                          </p:cBhvr>
                                          <p:to>
                                            <p:strVal val="visible"/>
                                          </p:to>
                                        </p:set>
                                        <p:anim calcmode="lin" valueType="num" p14:bounceEnd="75000">
                                          <p:cBhvr additive="base">
                                            <p:cTn id="7" dur="2000" fill="hold"/>
                                            <p:tgtEl>
                                              <p:spTgt spid="50"/>
                                            </p:tgtEl>
                                            <p:attrNameLst>
                                              <p:attrName>ppt_x</p:attrName>
                                            </p:attrNameLst>
                                          </p:cBhvr>
                                          <p:tavLst>
                                            <p:tav tm="0">
                                              <p:val>
                                                <p:strVal val="#ppt_x"/>
                                              </p:val>
                                            </p:tav>
                                            <p:tav tm="100000">
                                              <p:val>
                                                <p:strVal val="#ppt_x"/>
                                              </p:val>
                                            </p:tav>
                                          </p:tavLst>
                                        </p:anim>
                                        <p:anim calcmode="lin" valueType="num" p14:bounceEnd="75000">
                                          <p:cBhvr additive="base">
                                            <p:cTn id="8" dur="2000" fill="hold"/>
                                            <p:tgtEl>
                                              <p:spTgt spid="50"/>
                                            </p:tgtEl>
                                            <p:attrNameLst>
                                              <p:attrName>ppt_y</p:attrName>
                                            </p:attrNameLst>
                                          </p:cBhvr>
                                          <p:tavLst>
                                            <p:tav tm="0">
                                              <p:val>
                                                <p:strVal val="1+#ppt_h/2"/>
                                              </p:val>
                                            </p:tav>
                                            <p:tav tm="100000">
                                              <p:val>
                                                <p:strVal val="#ppt_y"/>
                                              </p:val>
                                            </p:tav>
                                          </p:tavLst>
                                        </p:anim>
                                      </p:childTnLst>
                                    </p:cTn>
                                  </p:par>
                                  <p:par>
                                    <p:cTn id="9" presetID="2" presetClass="entr" presetSubtype="6" fill="hold" nodeType="withEffect" p14:presetBounceEnd="75000">
                                      <p:stCondLst>
                                        <p:cond delay="0"/>
                                      </p:stCondLst>
                                      <p:childTnLst>
                                        <p:set>
                                          <p:cBhvr>
                                            <p:cTn id="10" dur="1" fill="hold">
                                              <p:stCondLst>
                                                <p:cond delay="0"/>
                                              </p:stCondLst>
                                            </p:cTn>
                                            <p:tgtEl>
                                              <p:spTgt spid="51"/>
                                            </p:tgtEl>
                                            <p:attrNameLst>
                                              <p:attrName>style.visibility</p:attrName>
                                            </p:attrNameLst>
                                          </p:cBhvr>
                                          <p:to>
                                            <p:strVal val="visible"/>
                                          </p:to>
                                        </p:set>
                                        <p:anim calcmode="lin" valueType="num" p14:bounceEnd="75000">
                                          <p:cBhvr additive="base">
                                            <p:cTn id="11" dur="2000" fill="hold"/>
                                            <p:tgtEl>
                                              <p:spTgt spid="51"/>
                                            </p:tgtEl>
                                            <p:attrNameLst>
                                              <p:attrName>ppt_x</p:attrName>
                                            </p:attrNameLst>
                                          </p:cBhvr>
                                          <p:tavLst>
                                            <p:tav tm="0">
                                              <p:val>
                                                <p:strVal val="1+#ppt_w/2"/>
                                              </p:val>
                                            </p:tav>
                                            <p:tav tm="100000">
                                              <p:val>
                                                <p:strVal val="#ppt_x"/>
                                              </p:val>
                                            </p:tav>
                                          </p:tavLst>
                                        </p:anim>
                                        <p:anim calcmode="lin" valueType="num" p14:bounceEnd="75000">
                                          <p:cBhvr additive="base">
                                            <p:cTn id="12" dur="2000" fill="hold"/>
                                            <p:tgtEl>
                                              <p:spTgt spid="51"/>
                                            </p:tgtEl>
                                            <p:attrNameLst>
                                              <p:attrName>ppt_y</p:attrName>
                                            </p:attrNameLst>
                                          </p:cBhvr>
                                          <p:tavLst>
                                            <p:tav tm="0">
                                              <p:val>
                                                <p:strVal val="1+#ppt_h/2"/>
                                              </p:val>
                                            </p:tav>
                                            <p:tav tm="100000">
                                              <p:val>
                                                <p:strVal val="#ppt_y"/>
                                              </p:val>
                                            </p:tav>
                                          </p:tavLst>
                                        </p:anim>
                                      </p:childTnLst>
                                    </p:cTn>
                                  </p:par>
                                  <p:par>
                                    <p:cTn id="13" presetID="2" presetClass="entr" presetSubtype="12" fill="hold" nodeType="withEffect" p14:presetBounceEnd="75000">
                                      <p:stCondLst>
                                        <p:cond delay="0"/>
                                      </p:stCondLst>
                                      <p:childTnLst>
                                        <p:set>
                                          <p:cBhvr>
                                            <p:cTn id="14" dur="1" fill="hold">
                                              <p:stCondLst>
                                                <p:cond delay="0"/>
                                              </p:stCondLst>
                                            </p:cTn>
                                            <p:tgtEl>
                                              <p:spTgt spid="49"/>
                                            </p:tgtEl>
                                            <p:attrNameLst>
                                              <p:attrName>style.visibility</p:attrName>
                                            </p:attrNameLst>
                                          </p:cBhvr>
                                          <p:to>
                                            <p:strVal val="visible"/>
                                          </p:to>
                                        </p:set>
                                        <p:anim calcmode="lin" valueType="num" p14:bounceEnd="75000">
                                          <p:cBhvr additive="base">
                                            <p:cTn id="15" dur="2000" fill="hold"/>
                                            <p:tgtEl>
                                              <p:spTgt spid="49"/>
                                            </p:tgtEl>
                                            <p:attrNameLst>
                                              <p:attrName>ppt_x</p:attrName>
                                            </p:attrNameLst>
                                          </p:cBhvr>
                                          <p:tavLst>
                                            <p:tav tm="0">
                                              <p:val>
                                                <p:strVal val="0-#ppt_w/2"/>
                                              </p:val>
                                            </p:tav>
                                            <p:tav tm="100000">
                                              <p:val>
                                                <p:strVal val="#ppt_x"/>
                                              </p:val>
                                            </p:tav>
                                          </p:tavLst>
                                        </p:anim>
                                        <p:anim calcmode="lin" valueType="num" p14:bounceEnd="75000">
                                          <p:cBhvr additive="base">
                                            <p:cTn id="16" dur="2000" fill="hold"/>
                                            <p:tgtEl>
                                              <p:spTgt spid="49"/>
                                            </p:tgtEl>
                                            <p:attrNameLst>
                                              <p:attrName>ppt_y</p:attrName>
                                            </p:attrNameLst>
                                          </p:cBhvr>
                                          <p:tavLst>
                                            <p:tav tm="0">
                                              <p:val>
                                                <p:strVal val="1+#ppt_h/2"/>
                                              </p:val>
                                            </p:tav>
                                            <p:tav tm="100000">
                                              <p:val>
                                                <p:strVal val="#ppt_y"/>
                                              </p:val>
                                            </p:tav>
                                          </p:tavLst>
                                        </p:anim>
                                      </p:childTnLst>
                                    </p:cTn>
                                  </p:par>
                                  <p:par>
                                    <p:cTn id="17" presetID="2" presetClass="entr" presetSubtype="3" fill="hold" nodeType="withEffect" p14:presetBounceEnd="75000">
                                      <p:stCondLst>
                                        <p:cond delay="0"/>
                                      </p:stCondLst>
                                      <p:childTnLst>
                                        <p:set>
                                          <p:cBhvr>
                                            <p:cTn id="18" dur="1" fill="hold">
                                              <p:stCondLst>
                                                <p:cond delay="0"/>
                                              </p:stCondLst>
                                            </p:cTn>
                                            <p:tgtEl>
                                              <p:spTgt spid="52"/>
                                            </p:tgtEl>
                                            <p:attrNameLst>
                                              <p:attrName>style.visibility</p:attrName>
                                            </p:attrNameLst>
                                          </p:cBhvr>
                                          <p:to>
                                            <p:strVal val="visible"/>
                                          </p:to>
                                        </p:set>
                                        <p:anim calcmode="lin" valueType="num" p14:bounceEnd="75000">
                                          <p:cBhvr additive="base">
                                            <p:cTn id="19" dur="2000" fill="hold"/>
                                            <p:tgtEl>
                                              <p:spTgt spid="52"/>
                                            </p:tgtEl>
                                            <p:attrNameLst>
                                              <p:attrName>ppt_x</p:attrName>
                                            </p:attrNameLst>
                                          </p:cBhvr>
                                          <p:tavLst>
                                            <p:tav tm="0">
                                              <p:val>
                                                <p:strVal val="1+#ppt_w/2"/>
                                              </p:val>
                                            </p:tav>
                                            <p:tav tm="100000">
                                              <p:val>
                                                <p:strVal val="#ppt_x"/>
                                              </p:val>
                                            </p:tav>
                                          </p:tavLst>
                                        </p:anim>
                                        <p:anim calcmode="lin" valueType="num" p14:bounceEnd="75000">
                                          <p:cBhvr additive="base">
                                            <p:cTn id="20" dur="2000" fill="hold"/>
                                            <p:tgtEl>
                                              <p:spTgt spid="52"/>
                                            </p:tgtEl>
                                            <p:attrNameLst>
                                              <p:attrName>ppt_y</p:attrName>
                                            </p:attrNameLst>
                                          </p:cBhvr>
                                          <p:tavLst>
                                            <p:tav tm="0">
                                              <p:val>
                                                <p:strVal val="0-#ppt_h/2"/>
                                              </p:val>
                                            </p:tav>
                                            <p:tav tm="100000">
                                              <p:val>
                                                <p:strVal val="#ppt_y"/>
                                              </p:val>
                                            </p:tav>
                                          </p:tavLst>
                                        </p:anim>
                                      </p:childTnLst>
                                    </p:cTn>
                                  </p:par>
                                  <p:par>
                                    <p:cTn id="21" presetID="2" presetClass="entr" presetSubtype="1" fill="hold" nodeType="withEffect" p14:presetBounceEnd="75000">
                                      <p:stCondLst>
                                        <p:cond delay="0"/>
                                      </p:stCondLst>
                                      <p:childTnLst>
                                        <p:set>
                                          <p:cBhvr>
                                            <p:cTn id="22" dur="1" fill="hold">
                                              <p:stCondLst>
                                                <p:cond delay="0"/>
                                              </p:stCondLst>
                                            </p:cTn>
                                            <p:tgtEl>
                                              <p:spTgt spid="53"/>
                                            </p:tgtEl>
                                            <p:attrNameLst>
                                              <p:attrName>style.visibility</p:attrName>
                                            </p:attrNameLst>
                                          </p:cBhvr>
                                          <p:to>
                                            <p:strVal val="visible"/>
                                          </p:to>
                                        </p:set>
                                        <p:anim calcmode="lin" valueType="num" p14:bounceEnd="75000">
                                          <p:cBhvr additive="base">
                                            <p:cTn id="23" dur="2000" fill="hold"/>
                                            <p:tgtEl>
                                              <p:spTgt spid="53"/>
                                            </p:tgtEl>
                                            <p:attrNameLst>
                                              <p:attrName>ppt_x</p:attrName>
                                            </p:attrNameLst>
                                          </p:cBhvr>
                                          <p:tavLst>
                                            <p:tav tm="0">
                                              <p:val>
                                                <p:strVal val="#ppt_x"/>
                                              </p:val>
                                            </p:tav>
                                            <p:tav tm="100000">
                                              <p:val>
                                                <p:strVal val="#ppt_x"/>
                                              </p:val>
                                            </p:tav>
                                          </p:tavLst>
                                        </p:anim>
                                        <p:anim calcmode="lin" valueType="num" p14:bounceEnd="75000">
                                          <p:cBhvr additive="base">
                                            <p:cTn id="24" dur="2000" fill="hold"/>
                                            <p:tgtEl>
                                              <p:spTgt spid="53"/>
                                            </p:tgtEl>
                                            <p:attrNameLst>
                                              <p:attrName>ppt_y</p:attrName>
                                            </p:attrNameLst>
                                          </p:cBhvr>
                                          <p:tavLst>
                                            <p:tav tm="0">
                                              <p:val>
                                                <p:strVal val="0-#ppt_h/2"/>
                                              </p:val>
                                            </p:tav>
                                            <p:tav tm="100000">
                                              <p:val>
                                                <p:strVal val="#ppt_y"/>
                                              </p:val>
                                            </p:tav>
                                          </p:tavLst>
                                        </p:anim>
                                      </p:childTnLst>
                                    </p:cTn>
                                  </p:par>
                                  <p:par>
                                    <p:cTn id="25" presetID="2" presetClass="entr" presetSubtype="9" fill="hold" nodeType="withEffect" p14:presetBounceEnd="75000">
                                      <p:stCondLst>
                                        <p:cond delay="0"/>
                                      </p:stCondLst>
                                      <p:childTnLst>
                                        <p:set>
                                          <p:cBhvr>
                                            <p:cTn id="26" dur="1" fill="hold">
                                              <p:stCondLst>
                                                <p:cond delay="0"/>
                                              </p:stCondLst>
                                            </p:cTn>
                                            <p:tgtEl>
                                              <p:spTgt spid="48"/>
                                            </p:tgtEl>
                                            <p:attrNameLst>
                                              <p:attrName>style.visibility</p:attrName>
                                            </p:attrNameLst>
                                          </p:cBhvr>
                                          <p:to>
                                            <p:strVal val="visible"/>
                                          </p:to>
                                        </p:set>
                                        <p:anim calcmode="lin" valueType="num" p14:bounceEnd="75000">
                                          <p:cBhvr additive="base">
                                            <p:cTn id="27" dur="2000" fill="hold"/>
                                            <p:tgtEl>
                                              <p:spTgt spid="48"/>
                                            </p:tgtEl>
                                            <p:attrNameLst>
                                              <p:attrName>ppt_x</p:attrName>
                                            </p:attrNameLst>
                                          </p:cBhvr>
                                          <p:tavLst>
                                            <p:tav tm="0">
                                              <p:val>
                                                <p:strVal val="0-#ppt_w/2"/>
                                              </p:val>
                                            </p:tav>
                                            <p:tav tm="100000">
                                              <p:val>
                                                <p:strVal val="#ppt_x"/>
                                              </p:val>
                                            </p:tav>
                                          </p:tavLst>
                                        </p:anim>
                                        <p:anim calcmode="lin" valueType="num" p14:bounceEnd="75000">
                                          <p:cBhvr additive="base">
                                            <p:cTn id="28" dur="2000" fill="hold"/>
                                            <p:tgtEl>
                                              <p:spTgt spid="48"/>
                                            </p:tgtEl>
                                            <p:attrNameLst>
                                              <p:attrName>ppt_y</p:attrName>
                                            </p:attrNameLst>
                                          </p:cBhvr>
                                          <p:tavLst>
                                            <p:tav tm="0">
                                              <p:val>
                                                <p:strVal val="0-#ppt_h/2"/>
                                              </p:val>
                                            </p:tav>
                                            <p:tav tm="100000">
                                              <p:val>
                                                <p:strVal val="#ppt_y"/>
                                              </p:val>
                                            </p:tav>
                                          </p:tavLst>
                                        </p:anim>
                                      </p:childTnLst>
                                    </p:cTn>
                                  </p:par>
                                  <p:par>
                                    <p:cTn id="29" presetID="2" presetClass="entr" presetSubtype="2" fill="hold" grpId="0" nodeType="withEffect" p14:presetBounceEnd="75000">
                                      <p:stCondLst>
                                        <p:cond delay="0"/>
                                      </p:stCondLst>
                                      <p:childTnLst>
                                        <p:set>
                                          <p:cBhvr>
                                            <p:cTn id="30" dur="1" fill="hold">
                                              <p:stCondLst>
                                                <p:cond delay="0"/>
                                              </p:stCondLst>
                                            </p:cTn>
                                            <p:tgtEl>
                                              <p:spTgt spid="57"/>
                                            </p:tgtEl>
                                            <p:attrNameLst>
                                              <p:attrName>style.visibility</p:attrName>
                                            </p:attrNameLst>
                                          </p:cBhvr>
                                          <p:to>
                                            <p:strVal val="visible"/>
                                          </p:to>
                                        </p:set>
                                        <p:anim calcmode="lin" valueType="num" p14:bounceEnd="75000">
                                          <p:cBhvr additive="base">
                                            <p:cTn id="31" dur="2000" fill="hold"/>
                                            <p:tgtEl>
                                              <p:spTgt spid="57"/>
                                            </p:tgtEl>
                                            <p:attrNameLst>
                                              <p:attrName>ppt_x</p:attrName>
                                            </p:attrNameLst>
                                          </p:cBhvr>
                                          <p:tavLst>
                                            <p:tav tm="0">
                                              <p:val>
                                                <p:strVal val="1+#ppt_w/2"/>
                                              </p:val>
                                            </p:tav>
                                            <p:tav tm="100000">
                                              <p:val>
                                                <p:strVal val="#ppt_x"/>
                                              </p:val>
                                            </p:tav>
                                          </p:tavLst>
                                        </p:anim>
                                        <p:anim calcmode="lin" valueType="num" p14:bounceEnd="75000">
                                          <p:cBhvr additive="base">
                                            <p:cTn id="32" dur="2000" fill="hold"/>
                                            <p:tgtEl>
                                              <p:spTgt spid="57"/>
                                            </p:tgtEl>
                                            <p:attrNameLst>
                                              <p:attrName>ppt_y</p:attrName>
                                            </p:attrNameLst>
                                          </p:cBhvr>
                                          <p:tavLst>
                                            <p:tav tm="0">
                                              <p:val>
                                                <p:strVal val="#ppt_y"/>
                                              </p:val>
                                            </p:tav>
                                            <p:tav tm="100000">
                                              <p:val>
                                                <p:strVal val="#ppt_y"/>
                                              </p:val>
                                            </p:tav>
                                          </p:tavLst>
                                        </p:anim>
                                      </p:childTnLst>
                                    </p:cTn>
                                  </p:par>
                                  <p:par>
                                    <p:cTn id="33" presetID="2" presetClass="entr" presetSubtype="2" fill="hold" grpId="0" nodeType="withEffect" p14:presetBounceEnd="75000">
                                      <p:stCondLst>
                                        <p:cond delay="0"/>
                                      </p:stCondLst>
                                      <p:childTnLst>
                                        <p:set>
                                          <p:cBhvr>
                                            <p:cTn id="34" dur="1" fill="hold">
                                              <p:stCondLst>
                                                <p:cond delay="0"/>
                                              </p:stCondLst>
                                            </p:cTn>
                                            <p:tgtEl>
                                              <p:spTgt spid="71"/>
                                            </p:tgtEl>
                                            <p:attrNameLst>
                                              <p:attrName>style.visibility</p:attrName>
                                            </p:attrNameLst>
                                          </p:cBhvr>
                                          <p:to>
                                            <p:strVal val="visible"/>
                                          </p:to>
                                        </p:set>
                                        <p:anim calcmode="lin" valueType="num" p14:bounceEnd="75000">
                                          <p:cBhvr additive="base">
                                            <p:cTn id="35" dur="2000" fill="hold"/>
                                            <p:tgtEl>
                                              <p:spTgt spid="71"/>
                                            </p:tgtEl>
                                            <p:attrNameLst>
                                              <p:attrName>ppt_x</p:attrName>
                                            </p:attrNameLst>
                                          </p:cBhvr>
                                          <p:tavLst>
                                            <p:tav tm="0">
                                              <p:val>
                                                <p:strVal val="1+#ppt_w/2"/>
                                              </p:val>
                                            </p:tav>
                                            <p:tav tm="100000">
                                              <p:val>
                                                <p:strVal val="#ppt_x"/>
                                              </p:val>
                                            </p:tav>
                                          </p:tavLst>
                                        </p:anim>
                                        <p:anim calcmode="lin" valueType="num" p14:bounceEnd="75000">
                                          <p:cBhvr additive="base">
                                            <p:cTn id="36" dur="2000" fill="hold"/>
                                            <p:tgtEl>
                                              <p:spTgt spid="71"/>
                                            </p:tgtEl>
                                            <p:attrNameLst>
                                              <p:attrName>ppt_y</p:attrName>
                                            </p:attrNameLst>
                                          </p:cBhvr>
                                          <p:tavLst>
                                            <p:tav tm="0">
                                              <p:val>
                                                <p:strVal val="#ppt_y"/>
                                              </p:val>
                                            </p:tav>
                                            <p:tav tm="100000">
                                              <p:val>
                                                <p:strVal val="#ppt_y"/>
                                              </p:val>
                                            </p:tav>
                                          </p:tavLst>
                                        </p:anim>
                                      </p:childTnLst>
                                    </p:cTn>
                                  </p:par>
                                  <p:par>
                                    <p:cTn id="37" presetID="2" presetClass="entr" presetSubtype="2" fill="hold" grpId="0" nodeType="withEffect" p14:presetBounceEnd="75000">
                                      <p:stCondLst>
                                        <p:cond delay="0"/>
                                      </p:stCondLst>
                                      <p:childTnLst>
                                        <p:set>
                                          <p:cBhvr>
                                            <p:cTn id="38" dur="1" fill="hold">
                                              <p:stCondLst>
                                                <p:cond delay="0"/>
                                              </p:stCondLst>
                                            </p:cTn>
                                            <p:tgtEl>
                                              <p:spTgt spid="65"/>
                                            </p:tgtEl>
                                            <p:attrNameLst>
                                              <p:attrName>style.visibility</p:attrName>
                                            </p:attrNameLst>
                                          </p:cBhvr>
                                          <p:to>
                                            <p:strVal val="visible"/>
                                          </p:to>
                                        </p:set>
                                        <p:anim calcmode="lin" valueType="num" p14:bounceEnd="75000">
                                          <p:cBhvr additive="base">
                                            <p:cTn id="39" dur="2000" fill="hold"/>
                                            <p:tgtEl>
                                              <p:spTgt spid="65"/>
                                            </p:tgtEl>
                                            <p:attrNameLst>
                                              <p:attrName>ppt_x</p:attrName>
                                            </p:attrNameLst>
                                          </p:cBhvr>
                                          <p:tavLst>
                                            <p:tav tm="0">
                                              <p:val>
                                                <p:strVal val="1+#ppt_w/2"/>
                                              </p:val>
                                            </p:tav>
                                            <p:tav tm="100000">
                                              <p:val>
                                                <p:strVal val="#ppt_x"/>
                                              </p:val>
                                            </p:tav>
                                          </p:tavLst>
                                        </p:anim>
                                        <p:anim calcmode="lin" valueType="num" p14:bounceEnd="75000">
                                          <p:cBhvr additive="base">
                                            <p:cTn id="40" dur="2000" fill="hold"/>
                                            <p:tgtEl>
                                              <p:spTgt spid="65"/>
                                            </p:tgtEl>
                                            <p:attrNameLst>
                                              <p:attrName>ppt_y</p:attrName>
                                            </p:attrNameLst>
                                          </p:cBhvr>
                                          <p:tavLst>
                                            <p:tav tm="0">
                                              <p:val>
                                                <p:strVal val="#ppt_y"/>
                                              </p:val>
                                            </p:tav>
                                            <p:tav tm="100000">
                                              <p:val>
                                                <p:strVal val="#ppt_y"/>
                                              </p:val>
                                            </p:tav>
                                          </p:tavLst>
                                        </p:anim>
                                      </p:childTnLst>
                                    </p:cTn>
                                  </p:par>
                                  <p:par>
                                    <p:cTn id="41" presetID="2" presetClass="entr" presetSubtype="2" fill="hold" grpId="0" nodeType="withEffect" p14:presetBounceEnd="75000">
                                      <p:stCondLst>
                                        <p:cond delay="0"/>
                                      </p:stCondLst>
                                      <p:childTnLst>
                                        <p:set>
                                          <p:cBhvr>
                                            <p:cTn id="42" dur="1" fill="hold">
                                              <p:stCondLst>
                                                <p:cond delay="0"/>
                                              </p:stCondLst>
                                            </p:cTn>
                                            <p:tgtEl>
                                              <p:spTgt spid="72"/>
                                            </p:tgtEl>
                                            <p:attrNameLst>
                                              <p:attrName>style.visibility</p:attrName>
                                            </p:attrNameLst>
                                          </p:cBhvr>
                                          <p:to>
                                            <p:strVal val="visible"/>
                                          </p:to>
                                        </p:set>
                                        <p:anim calcmode="lin" valueType="num" p14:bounceEnd="75000">
                                          <p:cBhvr additive="base">
                                            <p:cTn id="43" dur="2000" fill="hold"/>
                                            <p:tgtEl>
                                              <p:spTgt spid="72"/>
                                            </p:tgtEl>
                                            <p:attrNameLst>
                                              <p:attrName>ppt_x</p:attrName>
                                            </p:attrNameLst>
                                          </p:cBhvr>
                                          <p:tavLst>
                                            <p:tav tm="0">
                                              <p:val>
                                                <p:strVal val="1+#ppt_w/2"/>
                                              </p:val>
                                            </p:tav>
                                            <p:tav tm="100000">
                                              <p:val>
                                                <p:strVal val="#ppt_x"/>
                                              </p:val>
                                            </p:tav>
                                          </p:tavLst>
                                        </p:anim>
                                        <p:anim calcmode="lin" valueType="num" p14:bounceEnd="75000">
                                          <p:cBhvr additive="base">
                                            <p:cTn id="44" dur="2000" fill="hold"/>
                                            <p:tgtEl>
                                              <p:spTgt spid="72"/>
                                            </p:tgtEl>
                                            <p:attrNameLst>
                                              <p:attrName>ppt_y</p:attrName>
                                            </p:attrNameLst>
                                          </p:cBhvr>
                                          <p:tavLst>
                                            <p:tav tm="0">
                                              <p:val>
                                                <p:strVal val="#ppt_y"/>
                                              </p:val>
                                            </p:tav>
                                            <p:tav tm="100000">
                                              <p:val>
                                                <p:strVal val="#ppt_y"/>
                                              </p:val>
                                            </p:tav>
                                          </p:tavLst>
                                        </p:anim>
                                      </p:childTnLst>
                                    </p:cTn>
                                  </p:par>
                                  <p:par>
                                    <p:cTn id="45" presetID="2" presetClass="entr" presetSubtype="2" fill="hold" grpId="0" nodeType="withEffect" p14:presetBounceEnd="75000">
                                      <p:stCondLst>
                                        <p:cond delay="0"/>
                                      </p:stCondLst>
                                      <p:childTnLst>
                                        <p:set>
                                          <p:cBhvr>
                                            <p:cTn id="46" dur="1" fill="hold">
                                              <p:stCondLst>
                                                <p:cond delay="0"/>
                                              </p:stCondLst>
                                            </p:cTn>
                                            <p:tgtEl>
                                              <p:spTgt spid="66"/>
                                            </p:tgtEl>
                                            <p:attrNameLst>
                                              <p:attrName>style.visibility</p:attrName>
                                            </p:attrNameLst>
                                          </p:cBhvr>
                                          <p:to>
                                            <p:strVal val="visible"/>
                                          </p:to>
                                        </p:set>
                                        <p:anim calcmode="lin" valueType="num" p14:bounceEnd="75000">
                                          <p:cBhvr additive="base">
                                            <p:cTn id="47" dur="2000" fill="hold"/>
                                            <p:tgtEl>
                                              <p:spTgt spid="66"/>
                                            </p:tgtEl>
                                            <p:attrNameLst>
                                              <p:attrName>ppt_x</p:attrName>
                                            </p:attrNameLst>
                                          </p:cBhvr>
                                          <p:tavLst>
                                            <p:tav tm="0">
                                              <p:val>
                                                <p:strVal val="1+#ppt_w/2"/>
                                              </p:val>
                                            </p:tav>
                                            <p:tav tm="100000">
                                              <p:val>
                                                <p:strVal val="#ppt_x"/>
                                              </p:val>
                                            </p:tav>
                                          </p:tavLst>
                                        </p:anim>
                                        <p:anim calcmode="lin" valueType="num" p14:bounceEnd="75000">
                                          <p:cBhvr additive="base">
                                            <p:cTn id="48" dur="2000" fill="hold"/>
                                            <p:tgtEl>
                                              <p:spTgt spid="66"/>
                                            </p:tgtEl>
                                            <p:attrNameLst>
                                              <p:attrName>ppt_y</p:attrName>
                                            </p:attrNameLst>
                                          </p:cBhvr>
                                          <p:tavLst>
                                            <p:tav tm="0">
                                              <p:val>
                                                <p:strVal val="#ppt_y"/>
                                              </p:val>
                                            </p:tav>
                                            <p:tav tm="100000">
                                              <p:val>
                                                <p:strVal val="#ppt_y"/>
                                              </p:val>
                                            </p:tav>
                                          </p:tavLst>
                                        </p:anim>
                                      </p:childTnLst>
                                    </p:cTn>
                                  </p:par>
                                  <p:par>
                                    <p:cTn id="49" presetID="2" presetClass="entr" presetSubtype="2" fill="hold" grpId="0" nodeType="withEffect" p14:presetBounceEnd="75000">
                                      <p:stCondLst>
                                        <p:cond delay="0"/>
                                      </p:stCondLst>
                                      <p:childTnLst>
                                        <p:set>
                                          <p:cBhvr>
                                            <p:cTn id="50" dur="1" fill="hold">
                                              <p:stCondLst>
                                                <p:cond delay="0"/>
                                              </p:stCondLst>
                                            </p:cTn>
                                            <p:tgtEl>
                                              <p:spTgt spid="73"/>
                                            </p:tgtEl>
                                            <p:attrNameLst>
                                              <p:attrName>style.visibility</p:attrName>
                                            </p:attrNameLst>
                                          </p:cBhvr>
                                          <p:to>
                                            <p:strVal val="visible"/>
                                          </p:to>
                                        </p:set>
                                        <p:anim calcmode="lin" valueType="num" p14:bounceEnd="75000">
                                          <p:cBhvr additive="base">
                                            <p:cTn id="51" dur="2000" fill="hold"/>
                                            <p:tgtEl>
                                              <p:spTgt spid="73"/>
                                            </p:tgtEl>
                                            <p:attrNameLst>
                                              <p:attrName>ppt_x</p:attrName>
                                            </p:attrNameLst>
                                          </p:cBhvr>
                                          <p:tavLst>
                                            <p:tav tm="0">
                                              <p:val>
                                                <p:strVal val="1+#ppt_w/2"/>
                                              </p:val>
                                            </p:tav>
                                            <p:tav tm="100000">
                                              <p:val>
                                                <p:strVal val="#ppt_x"/>
                                              </p:val>
                                            </p:tav>
                                          </p:tavLst>
                                        </p:anim>
                                        <p:anim calcmode="lin" valueType="num" p14:bounceEnd="75000">
                                          <p:cBhvr additive="base">
                                            <p:cTn id="52" dur="2000" fill="hold"/>
                                            <p:tgtEl>
                                              <p:spTgt spid="73"/>
                                            </p:tgtEl>
                                            <p:attrNameLst>
                                              <p:attrName>ppt_y</p:attrName>
                                            </p:attrNameLst>
                                          </p:cBhvr>
                                          <p:tavLst>
                                            <p:tav tm="0">
                                              <p:val>
                                                <p:strVal val="#ppt_y"/>
                                              </p:val>
                                            </p:tav>
                                            <p:tav tm="100000">
                                              <p:val>
                                                <p:strVal val="#ppt_y"/>
                                              </p:val>
                                            </p:tav>
                                          </p:tavLst>
                                        </p:anim>
                                      </p:childTnLst>
                                    </p:cTn>
                                  </p:par>
                                  <p:par>
                                    <p:cTn id="53" presetID="2" presetClass="entr" presetSubtype="8" fill="hold" grpId="0" nodeType="withEffect" p14:presetBounceEnd="75000">
                                      <p:stCondLst>
                                        <p:cond delay="0"/>
                                      </p:stCondLst>
                                      <p:childTnLst>
                                        <p:set>
                                          <p:cBhvr>
                                            <p:cTn id="54" dur="1" fill="hold">
                                              <p:stCondLst>
                                                <p:cond delay="0"/>
                                              </p:stCondLst>
                                            </p:cTn>
                                            <p:tgtEl>
                                              <p:spTgt spid="68"/>
                                            </p:tgtEl>
                                            <p:attrNameLst>
                                              <p:attrName>style.visibility</p:attrName>
                                            </p:attrNameLst>
                                          </p:cBhvr>
                                          <p:to>
                                            <p:strVal val="visible"/>
                                          </p:to>
                                        </p:set>
                                        <p:anim calcmode="lin" valueType="num" p14:bounceEnd="75000">
                                          <p:cBhvr additive="base">
                                            <p:cTn id="55" dur="2000" fill="hold"/>
                                            <p:tgtEl>
                                              <p:spTgt spid="68"/>
                                            </p:tgtEl>
                                            <p:attrNameLst>
                                              <p:attrName>ppt_x</p:attrName>
                                            </p:attrNameLst>
                                          </p:cBhvr>
                                          <p:tavLst>
                                            <p:tav tm="0">
                                              <p:val>
                                                <p:strVal val="0-#ppt_w/2"/>
                                              </p:val>
                                            </p:tav>
                                            <p:tav tm="100000">
                                              <p:val>
                                                <p:strVal val="#ppt_x"/>
                                              </p:val>
                                            </p:tav>
                                          </p:tavLst>
                                        </p:anim>
                                        <p:anim calcmode="lin" valueType="num" p14:bounceEnd="75000">
                                          <p:cBhvr additive="base">
                                            <p:cTn id="56" dur="2000" fill="hold"/>
                                            <p:tgtEl>
                                              <p:spTgt spid="68"/>
                                            </p:tgtEl>
                                            <p:attrNameLst>
                                              <p:attrName>ppt_y</p:attrName>
                                            </p:attrNameLst>
                                          </p:cBhvr>
                                          <p:tavLst>
                                            <p:tav tm="0">
                                              <p:val>
                                                <p:strVal val="#ppt_y"/>
                                              </p:val>
                                            </p:tav>
                                            <p:tav tm="100000">
                                              <p:val>
                                                <p:strVal val="#ppt_y"/>
                                              </p:val>
                                            </p:tav>
                                          </p:tavLst>
                                        </p:anim>
                                      </p:childTnLst>
                                    </p:cTn>
                                  </p:par>
                                  <p:par>
                                    <p:cTn id="57" presetID="2" presetClass="entr" presetSubtype="8" fill="hold" grpId="0" nodeType="withEffect" p14:presetBounceEnd="75000">
                                      <p:stCondLst>
                                        <p:cond delay="0"/>
                                      </p:stCondLst>
                                      <p:childTnLst>
                                        <p:set>
                                          <p:cBhvr>
                                            <p:cTn id="58" dur="1" fill="hold">
                                              <p:stCondLst>
                                                <p:cond delay="0"/>
                                              </p:stCondLst>
                                            </p:cTn>
                                            <p:tgtEl>
                                              <p:spTgt spid="74"/>
                                            </p:tgtEl>
                                            <p:attrNameLst>
                                              <p:attrName>style.visibility</p:attrName>
                                            </p:attrNameLst>
                                          </p:cBhvr>
                                          <p:to>
                                            <p:strVal val="visible"/>
                                          </p:to>
                                        </p:set>
                                        <p:anim calcmode="lin" valueType="num" p14:bounceEnd="75000">
                                          <p:cBhvr additive="base">
                                            <p:cTn id="59" dur="2000" fill="hold"/>
                                            <p:tgtEl>
                                              <p:spTgt spid="74"/>
                                            </p:tgtEl>
                                            <p:attrNameLst>
                                              <p:attrName>ppt_x</p:attrName>
                                            </p:attrNameLst>
                                          </p:cBhvr>
                                          <p:tavLst>
                                            <p:tav tm="0">
                                              <p:val>
                                                <p:strVal val="0-#ppt_w/2"/>
                                              </p:val>
                                            </p:tav>
                                            <p:tav tm="100000">
                                              <p:val>
                                                <p:strVal val="#ppt_x"/>
                                              </p:val>
                                            </p:tav>
                                          </p:tavLst>
                                        </p:anim>
                                        <p:anim calcmode="lin" valueType="num" p14:bounceEnd="75000">
                                          <p:cBhvr additive="base">
                                            <p:cTn id="60" dur="2000" fill="hold"/>
                                            <p:tgtEl>
                                              <p:spTgt spid="74"/>
                                            </p:tgtEl>
                                            <p:attrNameLst>
                                              <p:attrName>ppt_y</p:attrName>
                                            </p:attrNameLst>
                                          </p:cBhvr>
                                          <p:tavLst>
                                            <p:tav tm="0">
                                              <p:val>
                                                <p:strVal val="#ppt_y"/>
                                              </p:val>
                                            </p:tav>
                                            <p:tav tm="100000">
                                              <p:val>
                                                <p:strVal val="#ppt_y"/>
                                              </p:val>
                                            </p:tav>
                                          </p:tavLst>
                                        </p:anim>
                                      </p:childTnLst>
                                    </p:cTn>
                                  </p:par>
                                  <p:par>
                                    <p:cTn id="61" presetID="2" presetClass="entr" presetSubtype="8" fill="hold" grpId="0" nodeType="withEffect" p14:presetBounceEnd="75000">
                                      <p:stCondLst>
                                        <p:cond delay="0"/>
                                      </p:stCondLst>
                                      <p:childTnLst>
                                        <p:set>
                                          <p:cBhvr>
                                            <p:cTn id="62" dur="1" fill="hold">
                                              <p:stCondLst>
                                                <p:cond delay="0"/>
                                              </p:stCondLst>
                                            </p:cTn>
                                            <p:tgtEl>
                                              <p:spTgt spid="69"/>
                                            </p:tgtEl>
                                            <p:attrNameLst>
                                              <p:attrName>style.visibility</p:attrName>
                                            </p:attrNameLst>
                                          </p:cBhvr>
                                          <p:to>
                                            <p:strVal val="visible"/>
                                          </p:to>
                                        </p:set>
                                        <p:anim calcmode="lin" valueType="num" p14:bounceEnd="75000">
                                          <p:cBhvr additive="base">
                                            <p:cTn id="63" dur="2000" fill="hold"/>
                                            <p:tgtEl>
                                              <p:spTgt spid="69"/>
                                            </p:tgtEl>
                                            <p:attrNameLst>
                                              <p:attrName>ppt_x</p:attrName>
                                            </p:attrNameLst>
                                          </p:cBhvr>
                                          <p:tavLst>
                                            <p:tav tm="0">
                                              <p:val>
                                                <p:strVal val="0-#ppt_w/2"/>
                                              </p:val>
                                            </p:tav>
                                            <p:tav tm="100000">
                                              <p:val>
                                                <p:strVal val="#ppt_x"/>
                                              </p:val>
                                            </p:tav>
                                          </p:tavLst>
                                        </p:anim>
                                        <p:anim calcmode="lin" valueType="num" p14:bounceEnd="75000">
                                          <p:cBhvr additive="base">
                                            <p:cTn id="64" dur="2000" fill="hold"/>
                                            <p:tgtEl>
                                              <p:spTgt spid="69"/>
                                            </p:tgtEl>
                                            <p:attrNameLst>
                                              <p:attrName>ppt_y</p:attrName>
                                            </p:attrNameLst>
                                          </p:cBhvr>
                                          <p:tavLst>
                                            <p:tav tm="0">
                                              <p:val>
                                                <p:strVal val="#ppt_y"/>
                                              </p:val>
                                            </p:tav>
                                            <p:tav tm="100000">
                                              <p:val>
                                                <p:strVal val="#ppt_y"/>
                                              </p:val>
                                            </p:tav>
                                          </p:tavLst>
                                        </p:anim>
                                      </p:childTnLst>
                                    </p:cTn>
                                  </p:par>
                                  <p:par>
                                    <p:cTn id="65" presetID="2" presetClass="entr" presetSubtype="8" fill="hold" grpId="0" nodeType="withEffect" p14:presetBounceEnd="75000">
                                      <p:stCondLst>
                                        <p:cond delay="0"/>
                                      </p:stCondLst>
                                      <p:childTnLst>
                                        <p:set>
                                          <p:cBhvr>
                                            <p:cTn id="66" dur="1" fill="hold">
                                              <p:stCondLst>
                                                <p:cond delay="0"/>
                                              </p:stCondLst>
                                            </p:cTn>
                                            <p:tgtEl>
                                              <p:spTgt spid="75"/>
                                            </p:tgtEl>
                                            <p:attrNameLst>
                                              <p:attrName>style.visibility</p:attrName>
                                            </p:attrNameLst>
                                          </p:cBhvr>
                                          <p:to>
                                            <p:strVal val="visible"/>
                                          </p:to>
                                        </p:set>
                                        <p:anim calcmode="lin" valueType="num" p14:bounceEnd="75000">
                                          <p:cBhvr additive="base">
                                            <p:cTn id="67" dur="2000" fill="hold"/>
                                            <p:tgtEl>
                                              <p:spTgt spid="75"/>
                                            </p:tgtEl>
                                            <p:attrNameLst>
                                              <p:attrName>ppt_x</p:attrName>
                                            </p:attrNameLst>
                                          </p:cBhvr>
                                          <p:tavLst>
                                            <p:tav tm="0">
                                              <p:val>
                                                <p:strVal val="0-#ppt_w/2"/>
                                              </p:val>
                                            </p:tav>
                                            <p:tav tm="100000">
                                              <p:val>
                                                <p:strVal val="#ppt_x"/>
                                              </p:val>
                                            </p:tav>
                                          </p:tavLst>
                                        </p:anim>
                                        <p:anim calcmode="lin" valueType="num" p14:bounceEnd="75000">
                                          <p:cBhvr additive="base">
                                            <p:cTn id="68" dur="2000" fill="hold"/>
                                            <p:tgtEl>
                                              <p:spTgt spid="75"/>
                                            </p:tgtEl>
                                            <p:attrNameLst>
                                              <p:attrName>ppt_y</p:attrName>
                                            </p:attrNameLst>
                                          </p:cBhvr>
                                          <p:tavLst>
                                            <p:tav tm="0">
                                              <p:val>
                                                <p:strVal val="#ppt_y"/>
                                              </p:val>
                                            </p:tav>
                                            <p:tav tm="100000">
                                              <p:val>
                                                <p:strVal val="#ppt_y"/>
                                              </p:val>
                                            </p:tav>
                                          </p:tavLst>
                                        </p:anim>
                                      </p:childTnLst>
                                    </p:cTn>
                                  </p:par>
                                  <p:par>
                                    <p:cTn id="69" presetID="2" presetClass="entr" presetSubtype="8" fill="hold" grpId="0" nodeType="withEffect" p14:presetBounceEnd="75000">
                                      <p:stCondLst>
                                        <p:cond delay="0"/>
                                      </p:stCondLst>
                                      <p:childTnLst>
                                        <p:set>
                                          <p:cBhvr>
                                            <p:cTn id="70" dur="1" fill="hold">
                                              <p:stCondLst>
                                                <p:cond delay="0"/>
                                              </p:stCondLst>
                                            </p:cTn>
                                            <p:tgtEl>
                                              <p:spTgt spid="70"/>
                                            </p:tgtEl>
                                            <p:attrNameLst>
                                              <p:attrName>style.visibility</p:attrName>
                                            </p:attrNameLst>
                                          </p:cBhvr>
                                          <p:to>
                                            <p:strVal val="visible"/>
                                          </p:to>
                                        </p:set>
                                        <p:anim calcmode="lin" valueType="num" p14:bounceEnd="75000">
                                          <p:cBhvr additive="base">
                                            <p:cTn id="71" dur="2000" fill="hold"/>
                                            <p:tgtEl>
                                              <p:spTgt spid="70"/>
                                            </p:tgtEl>
                                            <p:attrNameLst>
                                              <p:attrName>ppt_x</p:attrName>
                                            </p:attrNameLst>
                                          </p:cBhvr>
                                          <p:tavLst>
                                            <p:tav tm="0">
                                              <p:val>
                                                <p:strVal val="0-#ppt_w/2"/>
                                              </p:val>
                                            </p:tav>
                                            <p:tav tm="100000">
                                              <p:val>
                                                <p:strVal val="#ppt_x"/>
                                              </p:val>
                                            </p:tav>
                                          </p:tavLst>
                                        </p:anim>
                                        <p:anim calcmode="lin" valueType="num" p14:bounceEnd="75000">
                                          <p:cBhvr additive="base">
                                            <p:cTn id="72" dur="2000" fill="hold"/>
                                            <p:tgtEl>
                                              <p:spTgt spid="70"/>
                                            </p:tgtEl>
                                            <p:attrNameLst>
                                              <p:attrName>ppt_y</p:attrName>
                                            </p:attrNameLst>
                                          </p:cBhvr>
                                          <p:tavLst>
                                            <p:tav tm="0">
                                              <p:val>
                                                <p:strVal val="#ppt_y"/>
                                              </p:val>
                                            </p:tav>
                                            <p:tav tm="100000">
                                              <p:val>
                                                <p:strVal val="#ppt_y"/>
                                              </p:val>
                                            </p:tav>
                                          </p:tavLst>
                                        </p:anim>
                                      </p:childTnLst>
                                    </p:cTn>
                                  </p:par>
                                  <p:par>
                                    <p:cTn id="73" presetID="2" presetClass="entr" presetSubtype="8" fill="hold" grpId="0" nodeType="withEffect" p14:presetBounceEnd="75000">
                                      <p:stCondLst>
                                        <p:cond delay="0"/>
                                      </p:stCondLst>
                                      <p:childTnLst>
                                        <p:set>
                                          <p:cBhvr>
                                            <p:cTn id="74" dur="1" fill="hold">
                                              <p:stCondLst>
                                                <p:cond delay="0"/>
                                              </p:stCondLst>
                                            </p:cTn>
                                            <p:tgtEl>
                                              <p:spTgt spid="76"/>
                                            </p:tgtEl>
                                            <p:attrNameLst>
                                              <p:attrName>style.visibility</p:attrName>
                                            </p:attrNameLst>
                                          </p:cBhvr>
                                          <p:to>
                                            <p:strVal val="visible"/>
                                          </p:to>
                                        </p:set>
                                        <p:anim calcmode="lin" valueType="num" p14:bounceEnd="75000">
                                          <p:cBhvr additive="base">
                                            <p:cTn id="75" dur="2000" fill="hold"/>
                                            <p:tgtEl>
                                              <p:spTgt spid="76"/>
                                            </p:tgtEl>
                                            <p:attrNameLst>
                                              <p:attrName>ppt_x</p:attrName>
                                            </p:attrNameLst>
                                          </p:cBhvr>
                                          <p:tavLst>
                                            <p:tav tm="0">
                                              <p:val>
                                                <p:strVal val="0-#ppt_w/2"/>
                                              </p:val>
                                            </p:tav>
                                            <p:tav tm="100000">
                                              <p:val>
                                                <p:strVal val="#ppt_x"/>
                                              </p:val>
                                            </p:tav>
                                          </p:tavLst>
                                        </p:anim>
                                        <p:anim calcmode="lin" valueType="num" p14:bounceEnd="75000">
                                          <p:cBhvr additive="base">
                                            <p:cTn id="76" dur="2000" fill="hold"/>
                                            <p:tgtEl>
                                              <p:spTgt spid="76"/>
                                            </p:tgtEl>
                                            <p:attrNameLst>
                                              <p:attrName>ppt_y</p:attrName>
                                            </p:attrNameLst>
                                          </p:cBhvr>
                                          <p:tavLst>
                                            <p:tav tm="0">
                                              <p:val>
                                                <p:strVal val="#ppt_y"/>
                                              </p:val>
                                            </p:tav>
                                            <p:tav tm="100000">
                                              <p:val>
                                                <p:strVal val="#ppt_y"/>
                                              </p:val>
                                            </p:tav>
                                          </p:tavLst>
                                        </p:anim>
                                      </p:childTnLst>
                                    </p:cTn>
                                  </p:par>
                                  <p:par>
                                    <p:cTn id="77" presetID="2" presetClass="entr" presetSubtype="4" fill="hold" grpId="0" nodeType="withEffect" p14:presetBounceEnd="75000">
                                      <p:stCondLst>
                                        <p:cond delay="0"/>
                                      </p:stCondLst>
                                      <p:childTnLst>
                                        <p:set>
                                          <p:cBhvr>
                                            <p:cTn id="78" dur="1" fill="hold">
                                              <p:stCondLst>
                                                <p:cond delay="0"/>
                                              </p:stCondLst>
                                            </p:cTn>
                                            <p:tgtEl>
                                              <p:spTgt spid="56"/>
                                            </p:tgtEl>
                                            <p:attrNameLst>
                                              <p:attrName>style.visibility</p:attrName>
                                            </p:attrNameLst>
                                          </p:cBhvr>
                                          <p:to>
                                            <p:strVal val="visible"/>
                                          </p:to>
                                        </p:set>
                                        <p:anim calcmode="lin" valueType="num" p14:bounceEnd="75000">
                                          <p:cBhvr additive="base">
                                            <p:cTn id="79" dur="2000" fill="hold"/>
                                            <p:tgtEl>
                                              <p:spTgt spid="56"/>
                                            </p:tgtEl>
                                            <p:attrNameLst>
                                              <p:attrName>ppt_x</p:attrName>
                                            </p:attrNameLst>
                                          </p:cBhvr>
                                          <p:tavLst>
                                            <p:tav tm="0">
                                              <p:val>
                                                <p:strVal val="#ppt_x"/>
                                              </p:val>
                                            </p:tav>
                                            <p:tav tm="100000">
                                              <p:val>
                                                <p:strVal val="#ppt_x"/>
                                              </p:val>
                                            </p:tav>
                                          </p:tavLst>
                                        </p:anim>
                                        <p:anim calcmode="lin" valueType="num" p14:bounceEnd="75000">
                                          <p:cBhvr additive="base">
                                            <p:cTn id="80" dur="2000" fill="hold"/>
                                            <p:tgtEl>
                                              <p:spTgt spid="56"/>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6" grpId="0"/>
          <p:bldP spid="57" grpId="0"/>
          <p:bldP spid="65" grpId="0"/>
          <p:bldP spid="66" grpId="0"/>
          <p:bldP spid="68" grpId="0"/>
          <p:bldP spid="69" grpId="0"/>
          <p:bldP spid="70" grpId="0"/>
          <p:bldP spid="71" grpId="0"/>
          <p:bldP spid="72" grpId="0"/>
          <p:bldP spid="73" grpId="0"/>
          <p:bldP spid="74" grpId="0"/>
          <p:bldP spid="75" grpId="0"/>
          <p:bldP spid="76" grpId="0"/>
        </p:bldLst>
      </p:timing>
    </mc:Choice>
    <mc:Fallback xmlns="">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4" fill="hold" nodeType="withEffect">
                                      <p:stCondLst>
                                        <p:cond delay="0"/>
                                      </p:stCondLst>
                                      <p:childTnLst>
                                        <p:set>
                                          <p:cBhvr>
                                            <p:cTn id="6" dur="1" fill="hold">
                                              <p:stCondLst>
                                                <p:cond delay="0"/>
                                              </p:stCondLst>
                                            </p:cTn>
                                            <p:tgtEl>
                                              <p:spTgt spid="50"/>
                                            </p:tgtEl>
                                            <p:attrNameLst>
                                              <p:attrName>style.visibility</p:attrName>
                                            </p:attrNameLst>
                                          </p:cBhvr>
                                          <p:to>
                                            <p:strVal val="visible"/>
                                          </p:to>
                                        </p:set>
                                        <p:anim calcmode="lin" valueType="num">
                                          <p:cBhvr additive="base">
                                            <p:cTn id="7" dur="2000" fill="hold"/>
                                            <p:tgtEl>
                                              <p:spTgt spid="50"/>
                                            </p:tgtEl>
                                            <p:attrNameLst>
                                              <p:attrName>ppt_x</p:attrName>
                                            </p:attrNameLst>
                                          </p:cBhvr>
                                          <p:tavLst>
                                            <p:tav tm="0">
                                              <p:val>
                                                <p:strVal val="#ppt_x"/>
                                              </p:val>
                                            </p:tav>
                                            <p:tav tm="100000">
                                              <p:val>
                                                <p:strVal val="#ppt_x"/>
                                              </p:val>
                                            </p:tav>
                                          </p:tavLst>
                                        </p:anim>
                                        <p:anim calcmode="lin" valueType="num">
                                          <p:cBhvr additive="base">
                                            <p:cTn id="8" dur="2000" fill="hold"/>
                                            <p:tgtEl>
                                              <p:spTgt spid="50"/>
                                            </p:tgtEl>
                                            <p:attrNameLst>
                                              <p:attrName>ppt_y</p:attrName>
                                            </p:attrNameLst>
                                          </p:cBhvr>
                                          <p:tavLst>
                                            <p:tav tm="0">
                                              <p:val>
                                                <p:strVal val="1+#ppt_h/2"/>
                                              </p:val>
                                            </p:tav>
                                            <p:tav tm="100000">
                                              <p:val>
                                                <p:strVal val="#ppt_y"/>
                                              </p:val>
                                            </p:tav>
                                          </p:tavLst>
                                        </p:anim>
                                      </p:childTnLst>
                                    </p:cTn>
                                  </p:par>
                                  <p:par>
                                    <p:cTn id="9" presetID="2" presetClass="entr" presetSubtype="6" fill="hold" nodeType="withEffect">
                                      <p:stCondLst>
                                        <p:cond delay="0"/>
                                      </p:stCondLst>
                                      <p:childTnLst>
                                        <p:set>
                                          <p:cBhvr>
                                            <p:cTn id="10" dur="1" fill="hold">
                                              <p:stCondLst>
                                                <p:cond delay="0"/>
                                              </p:stCondLst>
                                            </p:cTn>
                                            <p:tgtEl>
                                              <p:spTgt spid="51"/>
                                            </p:tgtEl>
                                            <p:attrNameLst>
                                              <p:attrName>style.visibility</p:attrName>
                                            </p:attrNameLst>
                                          </p:cBhvr>
                                          <p:to>
                                            <p:strVal val="visible"/>
                                          </p:to>
                                        </p:set>
                                        <p:anim calcmode="lin" valueType="num">
                                          <p:cBhvr additive="base">
                                            <p:cTn id="11" dur="2000" fill="hold"/>
                                            <p:tgtEl>
                                              <p:spTgt spid="51"/>
                                            </p:tgtEl>
                                            <p:attrNameLst>
                                              <p:attrName>ppt_x</p:attrName>
                                            </p:attrNameLst>
                                          </p:cBhvr>
                                          <p:tavLst>
                                            <p:tav tm="0">
                                              <p:val>
                                                <p:strVal val="1+#ppt_w/2"/>
                                              </p:val>
                                            </p:tav>
                                            <p:tav tm="100000">
                                              <p:val>
                                                <p:strVal val="#ppt_x"/>
                                              </p:val>
                                            </p:tav>
                                          </p:tavLst>
                                        </p:anim>
                                        <p:anim calcmode="lin" valueType="num">
                                          <p:cBhvr additive="base">
                                            <p:cTn id="12" dur="2000" fill="hold"/>
                                            <p:tgtEl>
                                              <p:spTgt spid="51"/>
                                            </p:tgtEl>
                                            <p:attrNameLst>
                                              <p:attrName>ppt_y</p:attrName>
                                            </p:attrNameLst>
                                          </p:cBhvr>
                                          <p:tavLst>
                                            <p:tav tm="0">
                                              <p:val>
                                                <p:strVal val="1+#ppt_h/2"/>
                                              </p:val>
                                            </p:tav>
                                            <p:tav tm="100000">
                                              <p:val>
                                                <p:strVal val="#ppt_y"/>
                                              </p:val>
                                            </p:tav>
                                          </p:tavLst>
                                        </p:anim>
                                      </p:childTnLst>
                                    </p:cTn>
                                  </p:par>
                                  <p:par>
                                    <p:cTn id="13" presetID="2" presetClass="entr" presetSubtype="12" fill="hold" nodeType="withEffect">
                                      <p:stCondLst>
                                        <p:cond delay="0"/>
                                      </p:stCondLst>
                                      <p:childTnLst>
                                        <p:set>
                                          <p:cBhvr>
                                            <p:cTn id="14" dur="1" fill="hold">
                                              <p:stCondLst>
                                                <p:cond delay="0"/>
                                              </p:stCondLst>
                                            </p:cTn>
                                            <p:tgtEl>
                                              <p:spTgt spid="49"/>
                                            </p:tgtEl>
                                            <p:attrNameLst>
                                              <p:attrName>style.visibility</p:attrName>
                                            </p:attrNameLst>
                                          </p:cBhvr>
                                          <p:to>
                                            <p:strVal val="visible"/>
                                          </p:to>
                                        </p:set>
                                        <p:anim calcmode="lin" valueType="num">
                                          <p:cBhvr additive="base">
                                            <p:cTn id="15" dur="2000" fill="hold"/>
                                            <p:tgtEl>
                                              <p:spTgt spid="49"/>
                                            </p:tgtEl>
                                            <p:attrNameLst>
                                              <p:attrName>ppt_x</p:attrName>
                                            </p:attrNameLst>
                                          </p:cBhvr>
                                          <p:tavLst>
                                            <p:tav tm="0">
                                              <p:val>
                                                <p:strVal val="0-#ppt_w/2"/>
                                              </p:val>
                                            </p:tav>
                                            <p:tav tm="100000">
                                              <p:val>
                                                <p:strVal val="#ppt_x"/>
                                              </p:val>
                                            </p:tav>
                                          </p:tavLst>
                                        </p:anim>
                                        <p:anim calcmode="lin" valueType="num">
                                          <p:cBhvr additive="base">
                                            <p:cTn id="16" dur="2000" fill="hold"/>
                                            <p:tgtEl>
                                              <p:spTgt spid="49"/>
                                            </p:tgtEl>
                                            <p:attrNameLst>
                                              <p:attrName>ppt_y</p:attrName>
                                            </p:attrNameLst>
                                          </p:cBhvr>
                                          <p:tavLst>
                                            <p:tav tm="0">
                                              <p:val>
                                                <p:strVal val="1+#ppt_h/2"/>
                                              </p:val>
                                            </p:tav>
                                            <p:tav tm="100000">
                                              <p:val>
                                                <p:strVal val="#ppt_y"/>
                                              </p:val>
                                            </p:tav>
                                          </p:tavLst>
                                        </p:anim>
                                      </p:childTnLst>
                                    </p:cTn>
                                  </p:par>
                                  <p:par>
                                    <p:cTn id="17" presetID="2" presetClass="entr" presetSubtype="3" fill="hold" nodeType="withEffect">
                                      <p:stCondLst>
                                        <p:cond delay="0"/>
                                      </p:stCondLst>
                                      <p:childTnLst>
                                        <p:set>
                                          <p:cBhvr>
                                            <p:cTn id="18" dur="1" fill="hold">
                                              <p:stCondLst>
                                                <p:cond delay="0"/>
                                              </p:stCondLst>
                                            </p:cTn>
                                            <p:tgtEl>
                                              <p:spTgt spid="52"/>
                                            </p:tgtEl>
                                            <p:attrNameLst>
                                              <p:attrName>style.visibility</p:attrName>
                                            </p:attrNameLst>
                                          </p:cBhvr>
                                          <p:to>
                                            <p:strVal val="visible"/>
                                          </p:to>
                                        </p:set>
                                        <p:anim calcmode="lin" valueType="num">
                                          <p:cBhvr additive="base">
                                            <p:cTn id="19" dur="2000" fill="hold"/>
                                            <p:tgtEl>
                                              <p:spTgt spid="52"/>
                                            </p:tgtEl>
                                            <p:attrNameLst>
                                              <p:attrName>ppt_x</p:attrName>
                                            </p:attrNameLst>
                                          </p:cBhvr>
                                          <p:tavLst>
                                            <p:tav tm="0">
                                              <p:val>
                                                <p:strVal val="1+#ppt_w/2"/>
                                              </p:val>
                                            </p:tav>
                                            <p:tav tm="100000">
                                              <p:val>
                                                <p:strVal val="#ppt_x"/>
                                              </p:val>
                                            </p:tav>
                                          </p:tavLst>
                                        </p:anim>
                                        <p:anim calcmode="lin" valueType="num">
                                          <p:cBhvr additive="base">
                                            <p:cTn id="20" dur="2000" fill="hold"/>
                                            <p:tgtEl>
                                              <p:spTgt spid="52"/>
                                            </p:tgtEl>
                                            <p:attrNameLst>
                                              <p:attrName>ppt_y</p:attrName>
                                            </p:attrNameLst>
                                          </p:cBhvr>
                                          <p:tavLst>
                                            <p:tav tm="0">
                                              <p:val>
                                                <p:strVal val="0-#ppt_h/2"/>
                                              </p:val>
                                            </p:tav>
                                            <p:tav tm="100000">
                                              <p:val>
                                                <p:strVal val="#ppt_y"/>
                                              </p:val>
                                            </p:tav>
                                          </p:tavLst>
                                        </p:anim>
                                      </p:childTnLst>
                                    </p:cTn>
                                  </p:par>
                                  <p:par>
                                    <p:cTn id="21" presetID="2" presetClass="entr" presetSubtype="1" fill="hold" nodeType="withEffect">
                                      <p:stCondLst>
                                        <p:cond delay="0"/>
                                      </p:stCondLst>
                                      <p:childTnLst>
                                        <p:set>
                                          <p:cBhvr>
                                            <p:cTn id="22" dur="1" fill="hold">
                                              <p:stCondLst>
                                                <p:cond delay="0"/>
                                              </p:stCondLst>
                                            </p:cTn>
                                            <p:tgtEl>
                                              <p:spTgt spid="53"/>
                                            </p:tgtEl>
                                            <p:attrNameLst>
                                              <p:attrName>style.visibility</p:attrName>
                                            </p:attrNameLst>
                                          </p:cBhvr>
                                          <p:to>
                                            <p:strVal val="visible"/>
                                          </p:to>
                                        </p:set>
                                        <p:anim calcmode="lin" valueType="num">
                                          <p:cBhvr additive="base">
                                            <p:cTn id="23" dur="2000" fill="hold"/>
                                            <p:tgtEl>
                                              <p:spTgt spid="53"/>
                                            </p:tgtEl>
                                            <p:attrNameLst>
                                              <p:attrName>ppt_x</p:attrName>
                                            </p:attrNameLst>
                                          </p:cBhvr>
                                          <p:tavLst>
                                            <p:tav tm="0">
                                              <p:val>
                                                <p:strVal val="#ppt_x"/>
                                              </p:val>
                                            </p:tav>
                                            <p:tav tm="100000">
                                              <p:val>
                                                <p:strVal val="#ppt_x"/>
                                              </p:val>
                                            </p:tav>
                                          </p:tavLst>
                                        </p:anim>
                                        <p:anim calcmode="lin" valueType="num">
                                          <p:cBhvr additive="base">
                                            <p:cTn id="24" dur="2000" fill="hold"/>
                                            <p:tgtEl>
                                              <p:spTgt spid="53"/>
                                            </p:tgtEl>
                                            <p:attrNameLst>
                                              <p:attrName>ppt_y</p:attrName>
                                            </p:attrNameLst>
                                          </p:cBhvr>
                                          <p:tavLst>
                                            <p:tav tm="0">
                                              <p:val>
                                                <p:strVal val="0-#ppt_h/2"/>
                                              </p:val>
                                            </p:tav>
                                            <p:tav tm="100000">
                                              <p:val>
                                                <p:strVal val="#ppt_y"/>
                                              </p:val>
                                            </p:tav>
                                          </p:tavLst>
                                        </p:anim>
                                      </p:childTnLst>
                                    </p:cTn>
                                  </p:par>
                                  <p:par>
                                    <p:cTn id="25" presetID="2" presetClass="entr" presetSubtype="9" fill="hold" nodeType="withEffect">
                                      <p:stCondLst>
                                        <p:cond delay="0"/>
                                      </p:stCondLst>
                                      <p:childTnLst>
                                        <p:set>
                                          <p:cBhvr>
                                            <p:cTn id="26" dur="1" fill="hold">
                                              <p:stCondLst>
                                                <p:cond delay="0"/>
                                              </p:stCondLst>
                                            </p:cTn>
                                            <p:tgtEl>
                                              <p:spTgt spid="48"/>
                                            </p:tgtEl>
                                            <p:attrNameLst>
                                              <p:attrName>style.visibility</p:attrName>
                                            </p:attrNameLst>
                                          </p:cBhvr>
                                          <p:to>
                                            <p:strVal val="visible"/>
                                          </p:to>
                                        </p:set>
                                        <p:anim calcmode="lin" valueType="num">
                                          <p:cBhvr additive="base">
                                            <p:cTn id="27" dur="2000" fill="hold"/>
                                            <p:tgtEl>
                                              <p:spTgt spid="48"/>
                                            </p:tgtEl>
                                            <p:attrNameLst>
                                              <p:attrName>ppt_x</p:attrName>
                                            </p:attrNameLst>
                                          </p:cBhvr>
                                          <p:tavLst>
                                            <p:tav tm="0">
                                              <p:val>
                                                <p:strVal val="0-#ppt_w/2"/>
                                              </p:val>
                                            </p:tav>
                                            <p:tav tm="100000">
                                              <p:val>
                                                <p:strVal val="#ppt_x"/>
                                              </p:val>
                                            </p:tav>
                                          </p:tavLst>
                                        </p:anim>
                                        <p:anim calcmode="lin" valueType="num">
                                          <p:cBhvr additive="base">
                                            <p:cTn id="28" dur="2000" fill="hold"/>
                                            <p:tgtEl>
                                              <p:spTgt spid="48"/>
                                            </p:tgtEl>
                                            <p:attrNameLst>
                                              <p:attrName>ppt_y</p:attrName>
                                            </p:attrNameLst>
                                          </p:cBhvr>
                                          <p:tavLst>
                                            <p:tav tm="0">
                                              <p:val>
                                                <p:strVal val="0-#ppt_h/2"/>
                                              </p:val>
                                            </p:tav>
                                            <p:tav tm="100000">
                                              <p:val>
                                                <p:strVal val="#ppt_y"/>
                                              </p:val>
                                            </p:tav>
                                          </p:tavLst>
                                        </p:anim>
                                      </p:childTnLst>
                                    </p:cTn>
                                  </p:par>
                                  <p:par>
                                    <p:cTn id="29" presetID="2" presetClass="entr" presetSubtype="2" fill="hold" grpId="0" nodeType="withEffect">
                                      <p:stCondLst>
                                        <p:cond delay="0"/>
                                      </p:stCondLst>
                                      <p:childTnLst>
                                        <p:set>
                                          <p:cBhvr>
                                            <p:cTn id="30" dur="1" fill="hold">
                                              <p:stCondLst>
                                                <p:cond delay="0"/>
                                              </p:stCondLst>
                                            </p:cTn>
                                            <p:tgtEl>
                                              <p:spTgt spid="57"/>
                                            </p:tgtEl>
                                            <p:attrNameLst>
                                              <p:attrName>style.visibility</p:attrName>
                                            </p:attrNameLst>
                                          </p:cBhvr>
                                          <p:to>
                                            <p:strVal val="visible"/>
                                          </p:to>
                                        </p:set>
                                        <p:anim calcmode="lin" valueType="num">
                                          <p:cBhvr additive="base">
                                            <p:cTn id="31" dur="2000" fill="hold"/>
                                            <p:tgtEl>
                                              <p:spTgt spid="57"/>
                                            </p:tgtEl>
                                            <p:attrNameLst>
                                              <p:attrName>ppt_x</p:attrName>
                                            </p:attrNameLst>
                                          </p:cBhvr>
                                          <p:tavLst>
                                            <p:tav tm="0">
                                              <p:val>
                                                <p:strVal val="1+#ppt_w/2"/>
                                              </p:val>
                                            </p:tav>
                                            <p:tav tm="100000">
                                              <p:val>
                                                <p:strVal val="#ppt_x"/>
                                              </p:val>
                                            </p:tav>
                                          </p:tavLst>
                                        </p:anim>
                                        <p:anim calcmode="lin" valueType="num">
                                          <p:cBhvr additive="base">
                                            <p:cTn id="32" dur="2000" fill="hold"/>
                                            <p:tgtEl>
                                              <p:spTgt spid="57"/>
                                            </p:tgtEl>
                                            <p:attrNameLst>
                                              <p:attrName>ppt_y</p:attrName>
                                            </p:attrNameLst>
                                          </p:cBhvr>
                                          <p:tavLst>
                                            <p:tav tm="0">
                                              <p:val>
                                                <p:strVal val="#ppt_y"/>
                                              </p:val>
                                            </p:tav>
                                            <p:tav tm="100000">
                                              <p:val>
                                                <p:strVal val="#ppt_y"/>
                                              </p:val>
                                            </p:tav>
                                          </p:tavLst>
                                        </p:anim>
                                      </p:childTnLst>
                                    </p:cTn>
                                  </p:par>
                                  <p:par>
                                    <p:cTn id="33" presetID="2" presetClass="entr" presetSubtype="2" fill="hold" grpId="0" nodeType="withEffect">
                                      <p:stCondLst>
                                        <p:cond delay="0"/>
                                      </p:stCondLst>
                                      <p:childTnLst>
                                        <p:set>
                                          <p:cBhvr>
                                            <p:cTn id="34" dur="1" fill="hold">
                                              <p:stCondLst>
                                                <p:cond delay="0"/>
                                              </p:stCondLst>
                                            </p:cTn>
                                            <p:tgtEl>
                                              <p:spTgt spid="71"/>
                                            </p:tgtEl>
                                            <p:attrNameLst>
                                              <p:attrName>style.visibility</p:attrName>
                                            </p:attrNameLst>
                                          </p:cBhvr>
                                          <p:to>
                                            <p:strVal val="visible"/>
                                          </p:to>
                                        </p:set>
                                        <p:anim calcmode="lin" valueType="num">
                                          <p:cBhvr additive="base">
                                            <p:cTn id="35" dur="2000" fill="hold"/>
                                            <p:tgtEl>
                                              <p:spTgt spid="71"/>
                                            </p:tgtEl>
                                            <p:attrNameLst>
                                              <p:attrName>ppt_x</p:attrName>
                                            </p:attrNameLst>
                                          </p:cBhvr>
                                          <p:tavLst>
                                            <p:tav tm="0">
                                              <p:val>
                                                <p:strVal val="1+#ppt_w/2"/>
                                              </p:val>
                                            </p:tav>
                                            <p:tav tm="100000">
                                              <p:val>
                                                <p:strVal val="#ppt_x"/>
                                              </p:val>
                                            </p:tav>
                                          </p:tavLst>
                                        </p:anim>
                                        <p:anim calcmode="lin" valueType="num">
                                          <p:cBhvr additive="base">
                                            <p:cTn id="36" dur="2000" fill="hold"/>
                                            <p:tgtEl>
                                              <p:spTgt spid="71"/>
                                            </p:tgtEl>
                                            <p:attrNameLst>
                                              <p:attrName>ppt_y</p:attrName>
                                            </p:attrNameLst>
                                          </p:cBhvr>
                                          <p:tavLst>
                                            <p:tav tm="0">
                                              <p:val>
                                                <p:strVal val="#ppt_y"/>
                                              </p:val>
                                            </p:tav>
                                            <p:tav tm="100000">
                                              <p:val>
                                                <p:strVal val="#ppt_y"/>
                                              </p:val>
                                            </p:tav>
                                          </p:tavLst>
                                        </p:anim>
                                      </p:childTnLst>
                                    </p:cTn>
                                  </p:par>
                                  <p:par>
                                    <p:cTn id="37" presetID="2" presetClass="entr" presetSubtype="2" fill="hold" grpId="0" nodeType="withEffect">
                                      <p:stCondLst>
                                        <p:cond delay="0"/>
                                      </p:stCondLst>
                                      <p:childTnLst>
                                        <p:set>
                                          <p:cBhvr>
                                            <p:cTn id="38" dur="1" fill="hold">
                                              <p:stCondLst>
                                                <p:cond delay="0"/>
                                              </p:stCondLst>
                                            </p:cTn>
                                            <p:tgtEl>
                                              <p:spTgt spid="65"/>
                                            </p:tgtEl>
                                            <p:attrNameLst>
                                              <p:attrName>style.visibility</p:attrName>
                                            </p:attrNameLst>
                                          </p:cBhvr>
                                          <p:to>
                                            <p:strVal val="visible"/>
                                          </p:to>
                                        </p:set>
                                        <p:anim calcmode="lin" valueType="num">
                                          <p:cBhvr additive="base">
                                            <p:cTn id="39" dur="2000" fill="hold"/>
                                            <p:tgtEl>
                                              <p:spTgt spid="65"/>
                                            </p:tgtEl>
                                            <p:attrNameLst>
                                              <p:attrName>ppt_x</p:attrName>
                                            </p:attrNameLst>
                                          </p:cBhvr>
                                          <p:tavLst>
                                            <p:tav tm="0">
                                              <p:val>
                                                <p:strVal val="1+#ppt_w/2"/>
                                              </p:val>
                                            </p:tav>
                                            <p:tav tm="100000">
                                              <p:val>
                                                <p:strVal val="#ppt_x"/>
                                              </p:val>
                                            </p:tav>
                                          </p:tavLst>
                                        </p:anim>
                                        <p:anim calcmode="lin" valueType="num">
                                          <p:cBhvr additive="base">
                                            <p:cTn id="40" dur="2000" fill="hold"/>
                                            <p:tgtEl>
                                              <p:spTgt spid="65"/>
                                            </p:tgtEl>
                                            <p:attrNameLst>
                                              <p:attrName>ppt_y</p:attrName>
                                            </p:attrNameLst>
                                          </p:cBhvr>
                                          <p:tavLst>
                                            <p:tav tm="0">
                                              <p:val>
                                                <p:strVal val="#ppt_y"/>
                                              </p:val>
                                            </p:tav>
                                            <p:tav tm="100000">
                                              <p:val>
                                                <p:strVal val="#ppt_y"/>
                                              </p:val>
                                            </p:tav>
                                          </p:tavLst>
                                        </p:anim>
                                      </p:childTnLst>
                                    </p:cTn>
                                  </p:par>
                                  <p:par>
                                    <p:cTn id="41" presetID="2" presetClass="entr" presetSubtype="2" fill="hold" grpId="0" nodeType="withEffect">
                                      <p:stCondLst>
                                        <p:cond delay="0"/>
                                      </p:stCondLst>
                                      <p:childTnLst>
                                        <p:set>
                                          <p:cBhvr>
                                            <p:cTn id="42" dur="1" fill="hold">
                                              <p:stCondLst>
                                                <p:cond delay="0"/>
                                              </p:stCondLst>
                                            </p:cTn>
                                            <p:tgtEl>
                                              <p:spTgt spid="72"/>
                                            </p:tgtEl>
                                            <p:attrNameLst>
                                              <p:attrName>style.visibility</p:attrName>
                                            </p:attrNameLst>
                                          </p:cBhvr>
                                          <p:to>
                                            <p:strVal val="visible"/>
                                          </p:to>
                                        </p:set>
                                        <p:anim calcmode="lin" valueType="num">
                                          <p:cBhvr additive="base">
                                            <p:cTn id="43" dur="2000" fill="hold"/>
                                            <p:tgtEl>
                                              <p:spTgt spid="72"/>
                                            </p:tgtEl>
                                            <p:attrNameLst>
                                              <p:attrName>ppt_x</p:attrName>
                                            </p:attrNameLst>
                                          </p:cBhvr>
                                          <p:tavLst>
                                            <p:tav tm="0">
                                              <p:val>
                                                <p:strVal val="1+#ppt_w/2"/>
                                              </p:val>
                                            </p:tav>
                                            <p:tav tm="100000">
                                              <p:val>
                                                <p:strVal val="#ppt_x"/>
                                              </p:val>
                                            </p:tav>
                                          </p:tavLst>
                                        </p:anim>
                                        <p:anim calcmode="lin" valueType="num">
                                          <p:cBhvr additive="base">
                                            <p:cTn id="44" dur="2000" fill="hold"/>
                                            <p:tgtEl>
                                              <p:spTgt spid="72"/>
                                            </p:tgtEl>
                                            <p:attrNameLst>
                                              <p:attrName>ppt_y</p:attrName>
                                            </p:attrNameLst>
                                          </p:cBhvr>
                                          <p:tavLst>
                                            <p:tav tm="0">
                                              <p:val>
                                                <p:strVal val="#ppt_y"/>
                                              </p:val>
                                            </p:tav>
                                            <p:tav tm="100000">
                                              <p:val>
                                                <p:strVal val="#ppt_y"/>
                                              </p:val>
                                            </p:tav>
                                          </p:tavLst>
                                        </p:anim>
                                      </p:childTnLst>
                                    </p:cTn>
                                  </p:par>
                                  <p:par>
                                    <p:cTn id="45" presetID="2" presetClass="entr" presetSubtype="2" fill="hold" grpId="0" nodeType="withEffect">
                                      <p:stCondLst>
                                        <p:cond delay="0"/>
                                      </p:stCondLst>
                                      <p:childTnLst>
                                        <p:set>
                                          <p:cBhvr>
                                            <p:cTn id="46" dur="1" fill="hold">
                                              <p:stCondLst>
                                                <p:cond delay="0"/>
                                              </p:stCondLst>
                                            </p:cTn>
                                            <p:tgtEl>
                                              <p:spTgt spid="66"/>
                                            </p:tgtEl>
                                            <p:attrNameLst>
                                              <p:attrName>style.visibility</p:attrName>
                                            </p:attrNameLst>
                                          </p:cBhvr>
                                          <p:to>
                                            <p:strVal val="visible"/>
                                          </p:to>
                                        </p:set>
                                        <p:anim calcmode="lin" valueType="num">
                                          <p:cBhvr additive="base">
                                            <p:cTn id="47" dur="2000" fill="hold"/>
                                            <p:tgtEl>
                                              <p:spTgt spid="66"/>
                                            </p:tgtEl>
                                            <p:attrNameLst>
                                              <p:attrName>ppt_x</p:attrName>
                                            </p:attrNameLst>
                                          </p:cBhvr>
                                          <p:tavLst>
                                            <p:tav tm="0">
                                              <p:val>
                                                <p:strVal val="1+#ppt_w/2"/>
                                              </p:val>
                                            </p:tav>
                                            <p:tav tm="100000">
                                              <p:val>
                                                <p:strVal val="#ppt_x"/>
                                              </p:val>
                                            </p:tav>
                                          </p:tavLst>
                                        </p:anim>
                                        <p:anim calcmode="lin" valueType="num">
                                          <p:cBhvr additive="base">
                                            <p:cTn id="48" dur="2000" fill="hold"/>
                                            <p:tgtEl>
                                              <p:spTgt spid="66"/>
                                            </p:tgtEl>
                                            <p:attrNameLst>
                                              <p:attrName>ppt_y</p:attrName>
                                            </p:attrNameLst>
                                          </p:cBhvr>
                                          <p:tavLst>
                                            <p:tav tm="0">
                                              <p:val>
                                                <p:strVal val="#ppt_y"/>
                                              </p:val>
                                            </p:tav>
                                            <p:tav tm="100000">
                                              <p:val>
                                                <p:strVal val="#ppt_y"/>
                                              </p:val>
                                            </p:tav>
                                          </p:tavLst>
                                        </p:anim>
                                      </p:childTnLst>
                                    </p:cTn>
                                  </p:par>
                                  <p:par>
                                    <p:cTn id="49" presetID="2" presetClass="entr" presetSubtype="2" fill="hold" grpId="0" nodeType="withEffect">
                                      <p:stCondLst>
                                        <p:cond delay="0"/>
                                      </p:stCondLst>
                                      <p:childTnLst>
                                        <p:set>
                                          <p:cBhvr>
                                            <p:cTn id="50" dur="1" fill="hold">
                                              <p:stCondLst>
                                                <p:cond delay="0"/>
                                              </p:stCondLst>
                                            </p:cTn>
                                            <p:tgtEl>
                                              <p:spTgt spid="73"/>
                                            </p:tgtEl>
                                            <p:attrNameLst>
                                              <p:attrName>style.visibility</p:attrName>
                                            </p:attrNameLst>
                                          </p:cBhvr>
                                          <p:to>
                                            <p:strVal val="visible"/>
                                          </p:to>
                                        </p:set>
                                        <p:anim calcmode="lin" valueType="num">
                                          <p:cBhvr additive="base">
                                            <p:cTn id="51" dur="2000" fill="hold"/>
                                            <p:tgtEl>
                                              <p:spTgt spid="73"/>
                                            </p:tgtEl>
                                            <p:attrNameLst>
                                              <p:attrName>ppt_x</p:attrName>
                                            </p:attrNameLst>
                                          </p:cBhvr>
                                          <p:tavLst>
                                            <p:tav tm="0">
                                              <p:val>
                                                <p:strVal val="1+#ppt_w/2"/>
                                              </p:val>
                                            </p:tav>
                                            <p:tav tm="100000">
                                              <p:val>
                                                <p:strVal val="#ppt_x"/>
                                              </p:val>
                                            </p:tav>
                                          </p:tavLst>
                                        </p:anim>
                                        <p:anim calcmode="lin" valueType="num">
                                          <p:cBhvr additive="base">
                                            <p:cTn id="52" dur="2000" fill="hold"/>
                                            <p:tgtEl>
                                              <p:spTgt spid="73"/>
                                            </p:tgtEl>
                                            <p:attrNameLst>
                                              <p:attrName>ppt_y</p:attrName>
                                            </p:attrNameLst>
                                          </p:cBhvr>
                                          <p:tavLst>
                                            <p:tav tm="0">
                                              <p:val>
                                                <p:strVal val="#ppt_y"/>
                                              </p:val>
                                            </p:tav>
                                            <p:tav tm="100000">
                                              <p:val>
                                                <p:strVal val="#ppt_y"/>
                                              </p:val>
                                            </p:tav>
                                          </p:tavLst>
                                        </p:anim>
                                      </p:childTnLst>
                                    </p:cTn>
                                  </p:par>
                                  <p:par>
                                    <p:cTn id="53" presetID="2" presetClass="entr" presetSubtype="8" fill="hold" grpId="0" nodeType="withEffect">
                                      <p:stCondLst>
                                        <p:cond delay="0"/>
                                      </p:stCondLst>
                                      <p:childTnLst>
                                        <p:set>
                                          <p:cBhvr>
                                            <p:cTn id="54" dur="1" fill="hold">
                                              <p:stCondLst>
                                                <p:cond delay="0"/>
                                              </p:stCondLst>
                                            </p:cTn>
                                            <p:tgtEl>
                                              <p:spTgt spid="68"/>
                                            </p:tgtEl>
                                            <p:attrNameLst>
                                              <p:attrName>style.visibility</p:attrName>
                                            </p:attrNameLst>
                                          </p:cBhvr>
                                          <p:to>
                                            <p:strVal val="visible"/>
                                          </p:to>
                                        </p:set>
                                        <p:anim calcmode="lin" valueType="num">
                                          <p:cBhvr additive="base">
                                            <p:cTn id="55" dur="2000" fill="hold"/>
                                            <p:tgtEl>
                                              <p:spTgt spid="68"/>
                                            </p:tgtEl>
                                            <p:attrNameLst>
                                              <p:attrName>ppt_x</p:attrName>
                                            </p:attrNameLst>
                                          </p:cBhvr>
                                          <p:tavLst>
                                            <p:tav tm="0">
                                              <p:val>
                                                <p:strVal val="0-#ppt_w/2"/>
                                              </p:val>
                                            </p:tav>
                                            <p:tav tm="100000">
                                              <p:val>
                                                <p:strVal val="#ppt_x"/>
                                              </p:val>
                                            </p:tav>
                                          </p:tavLst>
                                        </p:anim>
                                        <p:anim calcmode="lin" valueType="num">
                                          <p:cBhvr additive="base">
                                            <p:cTn id="56" dur="2000" fill="hold"/>
                                            <p:tgtEl>
                                              <p:spTgt spid="68"/>
                                            </p:tgtEl>
                                            <p:attrNameLst>
                                              <p:attrName>ppt_y</p:attrName>
                                            </p:attrNameLst>
                                          </p:cBhvr>
                                          <p:tavLst>
                                            <p:tav tm="0">
                                              <p:val>
                                                <p:strVal val="#ppt_y"/>
                                              </p:val>
                                            </p:tav>
                                            <p:tav tm="100000">
                                              <p:val>
                                                <p:strVal val="#ppt_y"/>
                                              </p:val>
                                            </p:tav>
                                          </p:tavLst>
                                        </p:anim>
                                      </p:childTnLst>
                                    </p:cTn>
                                  </p:par>
                                  <p:par>
                                    <p:cTn id="57" presetID="2" presetClass="entr" presetSubtype="8" fill="hold" grpId="0" nodeType="withEffect">
                                      <p:stCondLst>
                                        <p:cond delay="0"/>
                                      </p:stCondLst>
                                      <p:childTnLst>
                                        <p:set>
                                          <p:cBhvr>
                                            <p:cTn id="58" dur="1" fill="hold">
                                              <p:stCondLst>
                                                <p:cond delay="0"/>
                                              </p:stCondLst>
                                            </p:cTn>
                                            <p:tgtEl>
                                              <p:spTgt spid="74"/>
                                            </p:tgtEl>
                                            <p:attrNameLst>
                                              <p:attrName>style.visibility</p:attrName>
                                            </p:attrNameLst>
                                          </p:cBhvr>
                                          <p:to>
                                            <p:strVal val="visible"/>
                                          </p:to>
                                        </p:set>
                                        <p:anim calcmode="lin" valueType="num">
                                          <p:cBhvr additive="base">
                                            <p:cTn id="59" dur="2000" fill="hold"/>
                                            <p:tgtEl>
                                              <p:spTgt spid="74"/>
                                            </p:tgtEl>
                                            <p:attrNameLst>
                                              <p:attrName>ppt_x</p:attrName>
                                            </p:attrNameLst>
                                          </p:cBhvr>
                                          <p:tavLst>
                                            <p:tav tm="0">
                                              <p:val>
                                                <p:strVal val="0-#ppt_w/2"/>
                                              </p:val>
                                            </p:tav>
                                            <p:tav tm="100000">
                                              <p:val>
                                                <p:strVal val="#ppt_x"/>
                                              </p:val>
                                            </p:tav>
                                          </p:tavLst>
                                        </p:anim>
                                        <p:anim calcmode="lin" valueType="num">
                                          <p:cBhvr additive="base">
                                            <p:cTn id="60" dur="2000" fill="hold"/>
                                            <p:tgtEl>
                                              <p:spTgt spid="74"/>
                                            </p:tgtEl>
                                            <p:attrNameLst>
                                              <p:attrName>ppt_y</p:attrName>
                                            </p:attrNameLst>
                                          </p:cBhvr>
                                          <p:tavLst>
                                            <p:tav tm="0">
                                              <p:val>
                                                <p:strVal val="#ppt_y"/>
                                              </p:val>
                                            </p:tav>
                                            <p:tav tm="100000">
                                              <p:val>
                                                <p:strVal val="#ppt_y"/>
                                              </p:val>
                                            </p:tav>
                                          </p:tavLst>
                                        </p:anim>
                                      </p:childTnLst>
                                    </p:cTn>
                                  </p:par>
                                  <p:par>
                                    <p:cTn id="61" presetID="2" presetClass="entr" presetSubtype="8" fill="hold" grpId="0" nodeType="withEffect">
                                      <p:stCondLst>
                                        <p:cond delay="0"/>
                                      </p:stCondLst>
                                      <p:childTnLst>
                                        <p:set>
                                          <p:cBhvr>
                                            <p:cTn id="62" dur="1" fill="hold">
                                              <p:stCondLst>
                                                <p:cond delay="0"/>
                                              </p:stCondLst>
                                            </p:cTn>
                                            <p:tgtEl>
                                              <p:spTgt spid="69"/>
                                            </p:tgtEl>
                                            <p:attrNameLst>
                                              <p:attrName>style.visibility</p:attrName>
                                            </p:attrNameLst>
                                          </p:cBhvr>
                                          <p:to>
                                            <p:strVal val="visible"/>
                                          </p:to>
                                        </p:set>
                                        <p:anim calcmode="lin" valueType="num">
                                          <p:cBhvr additive="base">
                                            <p:cTn id="63" dur="2000" fill="hold"/>
                                            <p:tgtEl>
                                              <p:spTgt spid="69"/>
                                            </p:tgtEl>
                                            <p:attrNameLst>
                                              <p:attrName>ppt_x</p:attrName>
                                            </p:attrNameLst>
                                          </p:cBhvr>
                                          <p:tavLst>
                                            <p:tav tm="0">
                                              <p:val>
                                                <p:strVal val="0-#ppt_w/2"/>
                                              </p:val>
                                            </p:tav>
                                            <p:tav tm="100000">
                                              <p:val>
                                                <p:strVal val="#ppt_x"/>
                                              </p:val>
                                            </p:tav>
                                          </p:tavLst>
                                        </p:anim>
                                        <p:anim calcmode="lin" valueType="num">
                                          <p:cBhvr additive="base">
                                            <p:cTn id="64" dur="2000" fill="hold"/>
                                            <p:tgtEl>
                                              <p:spTgt spid="69"/>
                                            </p:tgtEl>
                                            <p:attrNameLst>
                                              <p:attrName>ppt_y</p:attrName>
                                            </p:attrNameLst>
                                          </p:cBhvr>
                                          <p:tavLst>
                                            <p:tav tm="0">
                                              <p:val>
                                                <p:strVal val="#ppt_y"/>
                                              </p:val>
                                            </p:tav>
                                            <p:tav tm="100000">
                                              <p:val>
                                                <p:strVal val="#ppt_y"/>
                                              </p:val>
                                            </p:tav>
                                          </p:tavLst>
                                        </p:anim>
                                      </p:childTnLst>
                                    </p:cTn>
                                  </p:par>
                                  <p:par>
                                    <p:cTn id="65" presetID="2" presetClass="entr" presetSubtype="8" fill="hold" grpId="0" nodeType="withEffect">
                                      <p:stCondLst>
                                        <p:cond delay="0"/>
                                      </p:stCondLst>
                                      <p:childTnLst>
                                        <p:set>
                                          <p:cBhvr>
                                            <p:cTn id="66" dur="1" fill="hold">
                                              <p:stCondLst>
                                                <p:cond delay="0"/>
                                              </p:stCondLst>
                                            </p:cTn>
                                            <p:tgtEl>
                                              <p:spTgt spid="75"/>
                                            </p:tgtEl>
                                            <p:attrNameLst>
                                              <p:attrName>style.visibility</p:attrName>
                                            </p:attrNameLst>
                                          </p:cBhvr>
                                          <p:to>
                                            <p:strVal val="visible"/>
                                          </p:to>
                                        </p:set>
                                        <p:anim calcmode="lin" valueType="num">
                                          <p:cBhvr additive="base">
                                            <p:cTn id="67" dur="2000" fill="hold"/>
                                            <p:tgtEl>
                                              <p:spTgt spid="75"/>
                                            </p:tgtEl>
                                            <p:attrNameLst>
                                              <p:attrName>ppt_x</p:attrName>
                                            </p:attrNameLst>
                                          </p:cBhvr>
                                          <p:tavLst>
                                            <p:tav tm="0">
                                              <p:val>
                                                <p:strVal val="0-#ppt_w/2"/>
                                              </p:val>
                                            </p:tav>
                                            <p:tav tm="100000">
                                              <p:val>
                                                <p:strVal val="#ppt_x"/>
                                              </p:val>
                                            </p:tav>
                                          </p:tavLst>
                                        </p:anim>
                                        <p:anim calcmode="lin" valueType="num">
                                          <p:cBhvr additive="base">
                                            <p:cTn id="68" dur="2000" fill="hold"/>
                                            <p:tgtEl>
                                              <p:spTgt spid="75"/>
                                            </p:tgtEl>
                                            <p:attrNameLst>
                                              <p:attrName>ppt_y</p:attrName>
                                            </p:attrNameLst>
                                          </p:cBhvr>
                                          <p:tavLst>
                                            <p:tav tm="0">
                                              <p:val>
                                                <p:strVal val="#ppt_y"/>
                                              </p:val>
                                            </p:tav>
                                            <p:tav tm="100000">
                                              <p:val>
                                                <p:strVal val="#ppt_y"/>
                                              </p:val>
                                            </p:tav>
                                          </p:tavLst>
                                        </p:anim>
                                      </p:childTnLst>
                                    </p:cTn>
                                  </p:par>
                                  <p:par>
                                    <p:cTn id="69" presetID="2" presetClass="entr" presetSubtype="8" fill="hold" grpId="0" nodeType="withEffect">
                                      <p:stCondLst>
                                        <p:cond delay="0"/>
                                      </p:stCondLst>
                                      <p:childTnLst>
                                        <p:set>
                                          <p:cBhvr>
                                            <p:cTn id="70" dur="1" fill="hold">
                                              <p:stCondLst>
                                                <p:cond delay="0"/>
                                              </p:stCondLst>
                                            </p:cTn>
                                            <p:tgtEl>
                                              <p:spTgt spid="70"/>
                                            </p:tgtEl>
                                            <p:attrNameLst>
                                              <p:attrName>style.visibility</p:attrName>
                                            </p:attrNameLst>
                                          </p:cBhvr>
                                          <p:to>
                                            <p:strVal val="visible"/>
                                          </p:to>
                                        </p:set>
                                        <p:anim calcmode="lin" valueType="num">
                                          <p:cBhvr additive="base">
                                            <p:cTn id="71" dur="2000" fill="hold"/>
                                            <p:tgtEl>
                                              <p:spTgt spid="70"/>
                                            </p:tgtEl>
                                            <p:attrNameLst>
                                              <p:attrName>ppt_x</p:attrName>
                                            </p:attrNameLst>
                                          </p:cBhvr>
                                          <p:tavLst>
                                            <p:tav tm="0">
                                              <p:val>
                                                <p:strVal val="0-#ppt_w/2"/>
                                              </p:val>
                                            </p:tav>
                                            <p:tav tm="100000">
                                              <p:val>
                                                <p:strVal val="#ppt_x"/>
                                              </p:val>
                                            </p:tav>
                                          </p:tavLst>
                                        </p:anim>
                                        <p:anim calcmode="lin" valueType="num">
                                          <p:cBhvr additive="base">
                                            <p:cTn id="72" dur="2000" fill="hold"/>
                                            <p:tgtEl>
                                              <p:spTgt spid="70"/>
                                            </p:tgtEl>
                                            <p:attrNameLst>
                                              <p:attrName>ppt_y</p:attrName>
                                            </p:attrNameLst>
                                          </p:cBhvr>
                                          <p:tavLst>
                                            <p:tav tm="0">
                                              <p:val>
                                                <p:strVal val="#ppt_y"/>
                                              </p:val>
                                            </p:tav>
                                            <p:tav tm="100000">
                                              <p:val>
                                                <p:strVal val="#ppt_y"/>
                                              </p:val>
                                            </p:tav>
                                          </p:tavLst>
                                        </p:anim>
                                      </p:childTnLst>
                                    </p:cTn>
                                  </p:par>
                                  <p:par>
                                    <p:cTn id="73" presetID="2" presetClass="entr" presetSubtype="8" fill="hold" grpId="0" nodeType="withEffect">
                                      <p:stCondLst>
                                        <p:cond delay="0"/>
                                      </p:stCondLst>
                                      <p:childTnLst>
                                        <p:set>
                                          <p:cBhvr>
                                            <p:cTn id="74" dur="1" fill="hold">
                                              <p:stCondLst>
                                                <p:cond delay="0"/>
                                              </p:stCondLst>
                                            </p:cTn>
                                            <p:tgtEl>
                                              <p:spTgt spid="76"/>
                                            </p:tgtEl>
                                            <p:attrNameLst>
                                              <p:attrName>style.visibility</p:attrName>
                                            </p:attrNameLst>
                                          </p:cBhvr>
                                          <p:to>
                                            <p:strVal val="visible"/>
                                          </p:to>
                                        </p:set>
                                        <p:anim calcmode="lin" valueType="num">
                                          <p:cBhvr additive="base">
                                            <p:cTn id="75" dur="2000" fill="hold"/>
                                            <p:tgtEl>
                                              <p:spTgt spid="76"/>
                                            </p:tgtEl>
                                            <p:attrNameLst>
                                              <p:attrName>ppt_x</p:attrName>
                                            </p:attrNameLst>
                                          </p:cBhvr>
                                          <p:tavLst>
                                            <p:tav tm="0">
                                              <p:val>
                                                <p:strVal val="0-#ppt_w/2"/>
                                              </p:val>
                                            </p:tav>
                                            <p:tav tm="100000">
                                              <p:val>
                                                <p:strVal val="#ppt_x"/>
                                              </p:val>
                                            </p:tav>
                                          </p:tavLst>
                                        </p:anim>
                                        <p:anim calcmode="lin" valueType="num">
                                          <p:cBhvr additive="base">
                                            <p:cTn id="76" dur="2000" fill="hold"/>
                                            <p:tgtEl>
                                              <p:spTgt spid="76"/>
                                            </p:tgtEl>
                                            <p:attrNameLst>
                                              <p:attrName>ppt_y</p:attrName>
                                            </p:attrNameLst>
                                          </p:cBhvr>
                                          <p:tavLst>
                                            <p:tav tm="0">
                                              <p:val>
                                                <p:strVal val="#ppt_y"/>
                                              </p:val>
                                            </p:tav>
                                            <p:tav tm="100000">
                                              <p:val>
                                                <p:strVal val="#ppt_y"/>
                                              </p:val>
                                            </p:tav>
                                          </p:tavLst>
                                        </p:anim>
                                      </p:childTnLst>
                                    </p:cTn>
                                  </p:par>
                                  <p:par>
                                    <p:cTn id="77" presetID="2" presetClass="entr" presetSubtype="4" fill="hold" grpId="0" nodeType="withEffect">
                                      <p:stCondLst>
                                        <p:cond delay="0"/>
                                      </p:stCondLst>
                                      <p:childTnLst>
                                        <p:set>
                                          <p:cBhvr>
                                            <p:cTn id="78" dur="1" fill="hold">
                                              <p:stCondLst>
                                                <p:cond delay="0"/>
                                              </p:stCondLst>
                                            </p:cTn>
                                            <p:tgtEl>
                                              <p:spTgt spid="56"/>
                                            </p:tgtEl>
                                            <p:attrNameLst>
                                              <p:attrName>style.visibility</p:attrName>
                                            </p:attrNameLst>
                                          </p:cBhvr>
                                          <p:to>
                                            <p:strVal val="visible"/>
                                          </p:to>
                                        </p:set>
                                        <p:anim calcmode="lin" valueType="num">
                                          <p:cBhvr additive="base">
                                            <p:cTn id="79" dur="2000" fill="hold"/>
                                            <p:tgtEl>
                                              <p:spTgt spid="56"/>
                                            </p:tgtEl>
                                            <p:attrNameLst>
                                              <p:attrName>ppt_x</p:attrName>
                                            </p:attrNameLst>
                                          </p:cBhvr>
                                          <p:tavLst>
                                            <p:tav tm="0">
                                              <p:val>
                                                <p:strVal val="#ppt_x"/>
                                              </p:val>
                                            </p:tav>
                                            <p:tav tm="100000">
                                              <p:val>
                                                <p:strVal val="#ppt_x"/>
                                              </p:val>
                                            </p:tav>
                                          </p:tavLst>
                                        </p:anim>
                                        <p:anim calcmode="lin" valueType="num">
                                          <p:cBhvr additive="base">
                                            <p:cTn id="80" dur="2000" fill="hold"/>
                                            <p:tgtEl>
                                              <p:spTgt spid="56"/>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6" grpId="0"/>
          <p:bldP spid="57" grpId="0"/>
          <p:bldP spid="65" grpId="0"/>
          <p:bldP spid="66" grpId="0"/>
          <p:bldP spid="68" grpId="0"/>
          <p:bldP spid="69" grpId="0"/>
          <p:bldP spid="70" grpId="0"/>
          <p:bldP spid="71" grpId="0"/>
          <p:bldP spid="72" grpId="0"/>
          <p:bldP spid="73" grpId="0"/>
          <p:bldP spid="74" grpId="0"/>
          <p:bldP spid="75" grpId="0"/>
          <p:bldP spid="76" grpId="0"/>
        </p:bldLst>
      </p:timing>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495622" y="904240"/>
            <a:ext cx="9091098" cy="5953760"/>
          </a:xfrm>
          <a:prstGeom prst="rect">
            <a:avLst/>
          </a:prstGeom>
        </p:spPr>
      </p:pic>
      <p:sp>
        <p:nvSpPr>
          <p:cNvPr id="3" name="TextBox 2"/>
          <p:cNvSpPr txBox="1"/>
          <p:nvPr/>
        </p:nvSpPr>
        <p:spPr>
          <a:xfrm>
            <a:off x="3206531" y="71120"/>
            <a:ext cx="5669280" cy="584775"/>
          </a:xfrm>
          <a:prstGeom prst="rect">
            <a:avLst/>
          </a:prstGeom>
          <a:noFill/>
        </p:spPr>
        <p:txBody>
          <a:bodyPr wrap="square" rtlCol="0">
            <a:spAutoFit/>
          </a:bodyPr>
          <a:lstStyle/>
          <a:p>
            <a:pPr algn="ctr"/>
            <a:r>
              <a:rPr lang="en-US" sz="3200" b="1" dirty="0"/>
              <a:t>Entity-Relationship Diagram </a:t>
            </a:r>
          </a:p>
        </p:txBody>
      </p:sp>
    </p:spTree>
    <p:extLst>
      <p:ext uri="{BB962C8B-B14F-4D97-AF65-F5344CB8AC3E}">
        <p14:creationId xmlns:p14="http://schemas.microsoft.com/office/powerpoint/2010/main" val="83511703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descr="A computer screen shot of a computer&#10;&#10;AI-generated content may be incorrect.">
            <a:extLst>
              <a:ext uri="{FF2B5EF4-FFF2-40B4-BE49-F238E27FC236}">
                <a16:creationId xmlns:a16="http://schemas.microsoft.com/office/drawing/2014/main" id="{E9BD3215-EF2B-16A2-EA26-FB4E03B2391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421341"/>
            <a:ext cx="12192000" cy="6221506"/>
          </a:xfrm>
          <a:prstGeom prst="rect">
            <a:avLst/>
          </a:prstGeom>
        </p:spPr>
      </p:pic>
      <p:sp>
        <p:nvSpPr>
          <p:cNvPr id="3" name="TextBox 2"/>
          <p:cNvSpPr txBox="1"/>
          <p:nvPr/>
        </p:nvSpPr>
        <p:spPr>
          <a:xfrm>
            <a:off x="4927121" y="215153"/>
            <a:ext cx="2337758" cy="461665"/>
          </a:xfrm>
          <a:prstGeom prst="rect">
            <a:avLst/>
          </a:prstGeom>
          <a:noFill/>
        </p:spPr>
        <p:txBody>
          <a:bodyPr wrap="square" rtlCol="0">
            <a:spAutoFit/>
          </a:bodyPr>
          <a:lstStyle/>
          <a:p>
            <a:pPr algn="ctr"/>
            <a:r>
              <a:rPr lang="en-US" sz="2400" b="1" dirty="0"/>
              <a:t>Class Diagram</a:t>
            </a:r>
          </a:p>
        </p:txBody>
      </p:sp>
    </p:spTree>
    <p:extLst>
      <p:ext uri="{BB962C8B-B14F-4D97-AF65-F5344CB8AC3E}">
        <p14:creationId xmlns:p14="http://schemas.microsoft.com/office/powerpoint/2010/main" val="151391396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665515" y="1948542"/>
            <a:ext cx="8860971" cy="4909458"/>
          </a:xfrm>
          <a:prstGeom prst="rect">
            <a:avLst/>
          </a:prstGeom>
        </p:spPr>
      </p:pic>
      <p:sp>
        <p:nvSpPr>
          <p:cNvPr id="3" name="TextBox 2"/>
          <p:cNvSpPr txBox="1"/>
          <p:nvPr/>
        </p:nvSpPr>
        <p:spPr>
          <a:xfrm>
            <a:off x="3554186" y="348343"/>
            <a:ext cx="5083628" cy="584775"/>
          </a:xfrm>
          <a:prstGeom prst="rect">
            <a:avLst/>
          </a:prstGeom>
          <a:noFill/>
        </p:spPr>
        <p:txBody>
          <a:bodyPr wrap="square" rtlCol="0">
            <a:spAutoFit/>
          </a:bodyPr>
          <a:lstStyle/>
          <a:p>
            <a:pPr algn="ctr"/>
            <a:r>
              <a:rPr lang="en-US" sz="3200" b="1" dirty="0"/>
              <a:t>Data Flow Diagram</a:t>
            </a:r>
          </a:p>
        </p:txBody>
      </p:sp>
    </p:spTree>
    <p:extLst>
      <p:ext uri="{BB962C8B-B14F-4D97-AF65-F5344CB8AC3E}">
        <p14:creationId xmlns:p14="http://schemas.microsoft.com/office/powerpoint/2010/main" val="193987537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231572" y="195943"/>
            <a:ext cx="7413172" cy="6662057"/>
          </a:xfrm>
          <a:prstGeom prst="rect">
            <a:avLst/>
          </a:prstGeom>
        </p:spPr>
      </p:pic>
    </p:spTree>
    <p:extLst>
      <p:ext uri="{BB962C8B-B14F-4D97-AF65-F5344CB8AC3E}">
        <p14:creationId xmlns:p14="http://schemas.microsoft.com/office/powerpoint/2010/main" val="378054157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0" y="768908"/>
            <a:ext cx="6161314" cy="3204377"/>
          </a:xfrm>
          <a:prstGeom prst="rect">
            <a:avLst/>
          </a:prstGeom>
        </p:spPr>
      </p:pic>
      <p:pic>
        <p:nvPicPr>
          <p:cNvPr id="7" name="Picture 6"/>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6248400" y="768908"/>
            <a:ext cx="5943600" cy="3204377"/>
          </a:xfrm>
          <a:prstGeom prst="rect">
            <a:avLst/>
          </a:prstGeom>
        </p:spPr>
      </p:pic>
      <p:pic>
        <p:nvPicPr>
          <p:cNvPr id="8" name="Picture 7"/>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0" y="3973285"/>
            <a:ext cx="6161314" cy="2884715"/>
          </a:xfrm>
          <a:prstGeom prst="rect">
            <a:avLst/>
          </a:prstGeom>
        </p:spPr>
      </p:pic>
      <p:pic>
        <p:nvPicPr>
          <p:cNvPr id="9" name="Picture 8"/>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6248400" y="3973285"/>
            <a:ext cx="5943600" cy="2884715"/>
          </a:xfrm>
          <a:prstGeom prst="rect">
            <a:avLst/>
          </a:prstGeom>
        </p:spPr>
      </p:pic>
    </p:spTree>
    <p:extLst>
      <p:ext uri="{BB962C8B-B14F-4D97-AF65-F5344CB8AC3E}">
        <p14:creationId xmlns:p14="http://schemas.microsoft.com/office/powerpoint/2010/main" val="31402979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 y="2676619"/>
            <a:ext cx="6183086" cy="4181381"/>
          </a:xfrm>
          <a:prstGeom prst="rect">
            <a:avLst/>
          </a:prstGeom>
        </p:spPr>
      </p:pic>
      <p:pic>
        <p:nvPicPr>
          <p:cNvPr id="3" name="Picture 2"/>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0" y="0"/>
            <a:ext cx="12192000" cy="2676619"/>
          </a:xfrm>
          <a:prstGeom prst="rect">
            <a:avLst/>
          </a:prstGeom>
        </p:spPr>
      </p:pic>
      <p:sp>
        <p:nvSpPr>
          <p:cNvPr id="12" name="Rectangle 11"/>
          <p:cNvSpPr/>
          <p:nvPr/>
        </p:nvSpPr>
        <p:spPr>
          <a:xfrm>
            <a:off x="0" y="2676619"/>
            <a:ext cx="6183087" cy="4181381"/>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p:cNvSpPr/>
          <p:nvPr/>
        </p:nvSpPr>
        <p:spPr>
          <a:xfrm>
            <a:off x="1" y="0"/>
            <a:ext cx="12192000" cy="2676619"/>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4" name="Picture 13"/>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183087" y="2676619"/>
            <a:ext cx="6008913" cy="4181381"/>
          </a:xfrm>
          <a:prstGeom prst="rect">
            <a:avLst/>
          </a:prstGeom>
        </p:spPr>
      </p:pic>
      <p:sp>
        <p:nvSpPr>
          <p:cNvPr id="15" name="Rectangle 14"/>
          <p:cNvSpPr/>
          <p:nvPr/>
        </p:nvSpPr>
        <p:spPr>
          <a:xfrm>
            <a:off x="6183089" y="2676618"/>
            <a:ext cx="6008912" cy="4181381"/>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62419907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descr="A screenshot of a computer&#10;&#10;AI-generated content may be incorrect.">
            <a:extLst>
              <a:ext uri="{FF2B5EF4-FFF2-40B4-BE49-F238E27FC236}">
                <a16:creationId xmlns:a16="http://schemas.microsoft.com/office/drawing/2014/main" id="{6D414708-F2D3-6572-73E4-200602E2DDF3}"/>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746760"/>
            <a:ext cx="12192000" cy="5364480"/>
          </a:xfrm>
          <a:prstGeom prst="rect">
            <a:avLst/>
          </a:prstGeom>
        </p:spPr>
      </p:pic>
    </p:spTree>
    <p:extLst>
      <p:ext uri="{BB962C8B-B14F-4D97-AF65-F5344CB8AC3E}">
        <p14:creationId xmlns:p14="http://schemas.microsoft.com/office/powerpoint/2010/main" val="1837295286"/>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descr="A person lying in bed with a clock on the side&#10;&#10;AI-generated content may be incorrect.">
            <a:extLst>
              <a:ext uri="{FF2B5EF4-FFF2-40B4-BE49-F238E27FC236}">
                <a16:creationId xmlns:a16="http://schemas.microsoft.com/office/drawing/2014/main" id="{2A1B76A0-340E-424C-3B0F-A4A2BAAA4473}"/>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Tree>
    <p:extLst>
      <p:ext uri="{BB962C8B-B14F-4D97-AF65-F5344CB8AC3E}">
        <p14:creationId xmlns:p14="http://schemas.microsoft.com/office/powerpoint/2010/main" val="407225440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descr="A blue shield with red bacteria and text&#10;&#10;AI-generated content may be incorrect.">
            <a:extLst>
              <a:ext uri="{FF2B5EF4-FFF2-40B4-BE49-F238E27FC236}">
                <a16:creationId xmlns:a16="http://schemas.microsoft.com/office/drawing/2014/main" id="{F69AC714-4E3C-E170-ABD5-D1ACD59FEE1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Tree>
    <p:extLst>
      <p:ext uri="{BB962C8B-B14F-4D97-AF65-F5344CB8AC3E}">
        <p14:creationId xmlns:p14="http://schemas.microsoft.com/office/powerpoint/2010/main" val="1206066298"/>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4"/>
          <p:cNvSpPr/>
          <p:nvPr/>
        </p:nvSpPr>
        <p:spPr>
          <a:xfrm>
            <a:off x="0" y="0"/>
            <a:ext cx="12192000" cy="3189514"/>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angle 7"/>
          <p:cNvSpPr/>
          <p:nvPr/>
        </p:nvSpPr>
        <p:spPr>
          <a:xfrm>
            <a:off x="0" y="3363686"/>
            <a:ext cx="12192000" cy="3494314"/>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9" name="Picture 8" descr="A screenshot of a website&#10;&#10;AI-generated content may be incorrect.">
            <a:extLst>
              <a:ext uri="{FF2B5EF4-FFF2-40B4-BE49-F238E27FC236}">
                <a16:creationId xmlns:a16="http://schemas.microsoft.com/office/drawing/2014/main" id="{ECD6B0FF-1231-C596-6188-94105EA37280}"/>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1"/>
            <a:ext cx="12192000" cy="3189514"/>
          </a:xfrm>
          <a:prstGeom prst="rect">
            <a:avLst/>
          </a:prstGeom>
        </p:spPr>
      </p:pic>
      <p:pic>
        <p:nvPicPr>
          <p:cNvPr id="11" name="Picture 10" descr="A screenshot of a phone&#10;&#10;AI-generated content may be incorrect.">
            <a:extLst>
              <a:ext uri="{FF2B5EF4-FFF2-40B4-BE49-F238E27FC236}">
                <a16:creationId xmlns:a16="http://schemas.microsoft.com/office/drawing/2014/main" id="{CA519FA1-A92B-012D-8401-61A9E6FBBBED}"/>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0" y="3428999"/>
            <a:ext cx="12192000" cy="3409147"/>
          </a:xfrm>
          <a:prstGeom prst="rect">
            <a:avLst/>
          </a:prstGeom>
        </p:spPr>
      </p:pic>
    </p:spTree>
    <p:extLst>
      <p:ext uri="{BB962C8B-B14F-4D97-AF65-F5344CB8AC3E}">
        <p14:creationId xmlns:p14="http://schemas.microsoft.com/office/powerpoint/2010/main" val="1597009104"/>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descr="A close up of food&#10;&#10;AI-generated content may be incorrect.">
            <a:extLst>
              <a:ext uri="{FF2B5EF4-FFF2-40B4-BE49-F238E27FC236}">
                <a16:creationId xmlns:a16="http://schemas.microsoft.com/office/drawing/2014/main" id="{40588248-879E-CC80-9CA8-C51288D1BFB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63452"/>
          </a:xfrm>
          <a:prstGeom prst="rect">
            <a:avLst/>
          </a:prstGeom>
        </p:spPr>
      </p:pic>
    </p:spTree>
    <p:extLst>
      <p:ext uri="{BB962C8B-B14F-4D97-AF65-F5344CB8AC3E}">
        <p14:creationId xmlns:p14="http://schemas.microsoft.com/office/powerpoint/2010/main" val="418386357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descr="A person receiving a head massage&#10;&#10;AI-generated content may be incorrect.">
            <a:extLst>
              <a:ext uri="{FF2B5EF4-FFF2-40B4-BE49-F238E27FC236}">
                <a16:creationId xmlns:a16="http://schemas.microsoft.com/office/drawing/2014/main" id="{EC44C5B0-655E-00AC-01F6-ACBB0480861E}"/>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Tree>
    <p:extLst>
      <p:ext uri="{BB962C8B-B14F-4D97-AF65-F5344CB8AC3E}">
        <p14:creationId xmlns:p14="http://schemas.microsoft.com/office/powerpoint/2010/main" val="1129700738"/>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descr="A screenshot of a computer&#10;&#10;AI-generated content may be incorrect.">
            <a:extLst>
              <a:ext uri="{FF2B5EF4-FFF2-40B4-BE49-F238E27FC236}">
                <a16:creationId xmlns:a16="http://schemas.microsoft.com/office/drawing/2014/main" id="{426E7EA9-BA20-D81E-FED6-5269277E2BC0}"/>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3567953"/>
          </a:xfrm>
          <a:prstGeom prst="rect">
            <a:avLst/>
          </a:prstGeom>
        </p:spPr>
      </p:pic>
      <p:pic>
        <p:nvPicPr>
          <p:cNvPr id="8" name="Picture 7" descr="A black screen with white text&#10;&#10;AI-generated content may be incorrect.">
            <a:extLst>
              <a:ext uri="{FF2B5EF4-FFF2-40B4-BE49-F238E27FC236}">
                <a16:creationId xmlns:a16="http://schemas.microsoft.com/office/drawing/2014/main" id="{F19F969E-B098-DAB6-7D08-F35025FFC768}"/>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0" y="3854824"/>
            <a:ext cx="12192000" cy="3451411"/>
          </a:xfrm>
          <a:prstGeom prst="rect">
            <a:avLst/>
          </a:prstGeom>
        </p:spPr>
      </p:pic>
      <p:cxnSp>
        <p:nvCxnSpPr>
          <p:cNvPr id="3" name="Straight Connector 2">
            <a:extLst>
              <a:ext uri="{FF2B5EF4-FFF2-40B4-BE49-F238E27FC236}">
                <a16:creationId xmlns:a16="http://schemas.microsoft.com/office/drawing/2014/main" id="{3A41B87D-EB11-D40D-76CD-4EEBAB3B8613}"/>
              </a:ext>
            </a:extLst>
          </p:cNvPr>
          <p:cNvCxnSpPr>
            <a:cxnSpLocks/>
          </p:cNvCxnSpPr>
          <p:nvPr/>
        </p:nvCxnSpPr>
        <p:spPr>
          <a:xfrm>
            <a:off x="0" y="3751730"/>
            <a:ext cx="12192000" cy="0"/>
          </a:xfrm>
          <a:prstGeom prst="line">
            <a:avLst/>
          </a:prstGeom>
          <a:ln w="19050"/>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2259653955"/>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1"/>
            <a:ext cx="12192000" cy="6770915"/>
          </a:xfrm>
          <a:prstGeom prst="rect">
            <a:avLst/>
          </a:prstGeom>
        </p:spPr>
      </p:pic>
    </p:spTree>
    <p:extLst>
      <p:ext uri="{BB962C8B-B14F-4D97-AF65-F5344CB8AC3E}">
        <p14:creationId xmlns:p14="http://schemas.microsoft.com/office/powerpoint/2010/main" val="108999355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163286"/>
            <a:ext cx="12192000" cy="7021285"/>
          </a:xfrm>
          <a:prstGeom prst="rect">
            <a:avLst/>
          </a:prstGeom>
        </p:spPr>
      </p:pic>
    </p:spTree>
    <p:extLst>
      <p:ext uri="{BB962C8B-B14F-4D97-AF65-F5344CB8AC3E}">
        <p14:creationId xmlns:p14="http://schemas.microsoft.com/office/powerpoint/2010/main" val="1154992694"/>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80800" cy="6858000"/>
          </a:xfrm>
          <a:prstGeom prst="rect">
            <a:avLst/>
          </a:prstGeom>
        </p:spPr>
      </p:pic>
    </p:spTree>
    <p:extLst>
      <p:ext uri="{BB962C8B-B14F-4D97-AF65-F5344CB8AC3E}">
        <p14:creationId xmlns:p14="http://schemas.microsoft.com/office/powerpoint/2010/main" val="374796578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descr="A screenshot of a computer&#10;&#10;AI-generated content may be incorrect.">
            <a:extLst>
              <a:ext uri="{FF2B5EF4-FFF2-40B4-BE49-F238E27FC236}">
                <a16:creationId xmlns:a16="http://schemas.microsoft.com/office/drawing/2014/main" id="{DDC56540-6CBA-9FE7-85B9-ADC44CA0E349}"/>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7010400"/>
          </a:xfrm>
          <a:prstGeom prst="rect">
            <a:avLst/>
          </a:prstGeom>
        </p:spPr>
      </p:pic>
    </p:spTree>
    <p:extLst>
      <p:ext uri="{BB962C8B-B14F-4D97-AF65-F5344CB8AC3E}">
        <p14:creationId xmlns:p14="http://schemas.microsoft.com/office/powerpoint/2010/main" val="1867693729"/>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Tree>
    <p:extLst>
      <p:ext uri="{BB962C8B-B14F-4D97-AF65-F5344CB8AC3E}">
        <p14:creationId xmlns:p14="http://schemas.microsoft.com/office/powerpoint/2010/main" val="3778688307"/>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Tree>
    <p:extLst>
      <p:ext uri="{BB962C8B-B14F-4D97-AF65-F5344CB8AC3E}">
        <p14:creationId xmlns:p14="http://schemas.microsoft.com/office/powerpoint/2010/main" val="3522147327"/>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678591"/>
          </a:xfrm>
          <a:prstGeom prst="rect">
            <a:avLst/>
          </a:prstGeom>
        </p:spPr>
      </p:pic>
    </p:spTree>
    <p:extLst>
      <p:ext uri="{BB962C8B-B14F-4D97-AF65-F5344CB8AC3E}">
        <p14:creationId xmlns:p14="http://schemas.microsoft.com/office/powerpoint/2010/main" val="2147065662"/>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879676"/>
            <a:ext cx="12192000" cy="4872941"/>
          </a:xfrm>
          <a:prstGeom prst="rect">
            <a:avLst/>
          </a:prstGeom>
        </p:spPr>
      </p:pic>
      <p:pic>
        <p:nvPicPr>
          <p:cNvPr id="2" name="Picture 1"/>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0" y="3262998"/>
            <a:ext cx="12192000" cy="3595002"/>
          </a:xfrm>
          <a:prstGeom prst="rect">
            <a:avLst/>
          </a:prstGeom>
        </p:spPr>
      </p:pic>
    </p:spTree>
    <p:extLst>
      <p:ext uri="{BB962C8B-B14F-4D97-AF65-F5344CB8AC3E}">
        <p14:creationId xmlns:p14="http://schemas.microsoft.com/office/powerpoint/2010/main" val="4150272524"/>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5" name="Straight Connector 4"/>
          <p:cNvCxnSpPr/>
          <p:nvPr/>
        </p:nvCxnSpPr>
        <p:spPr>
          <a:xfrm>
            <a:off x="0" y="3381554"/>
            <a:ext cx="12192000"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pic>
        <p:nvPicPr>
          <p:cNvPr id="4" name="Picture 3"/>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578735"/>
            <a:ext cx="12192000" cy="5069711"/>
          </a:xfrm>
          <a:prstGeom prst="rect">
            <a:avLst/>
          </a:prstGeom>
        </p:spPr>
      </p:pic>
      <p:pic>
        <p:nvPicPr>
          <p:cNvPr id="6" name="Picture 5"/>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0" y="2558005"/>
            <a:ext cx="12192000" cy="5359079"/>
          </a:xfrm>
          <a:prstGeom prst="rect">
            <a:avLst/>
          </a:prstGeom>
        </p:spPr>
      </p:pic>
    </p:spTree>
    <p:extLst>
      <p:ext uri="{BB962C8B-B14F-4D97-AF65-F5344CB8AC3E}">
        <p14:creationId xmlns:p14="http://schemas.microsoft.com/office/powerpoint/2010/main" val="2387451534"/>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497711"/>
            <a:ext cx="12192000" cy="3838738"/>
          </a:xfrm>
          <a:prstGeom prst="rect">
            <a:avLst/>
          </a:prstGeom>
        </p:spPr>
      </p:pic>
      <p:pic>
        <p:nvPicPr>
          <p:cNvPr id="4" name="Picture 3"/>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0" y="2824223"/>
            <a:ext cx="12192000" cy="4033777"/>
          </a:xfrm>
          <a:prstGeom prst="rect">
            <a:avLst/>
          </a:prstGeom>
        </p:spPr>
      </p:pic>
    </p:spTree>
    <p:extLst>
      <p:ext uri="{BB962C8B-B14F-4D97-AF65-F5344CB8AC3E}">
        <p14:creationId xmlns:p14="http://schemas.microsoft.com/office/powerpoint/2010/main" val="3849826185"/>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 y="0"/>
            <a:ext cx="12192001" cy="6858000"/>
          </a:xfrm>
          <a:prstGeom prst="rect">
            <a:avLst/>
          </a:prstGeom>
        </p:spPr>
      </p:pic>
    </p:spTree>
    <p:extLst>
      <p:ext uri="{BB962C8B-B14F-4D97-AF65-F5344CB8AC3E}">
        <p14:creationId xmlns:p14="http://schemas.microsoft.com/office/powerpoint/2010/main" val="2904558250"/>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Tree>
    <p:extLst>
      <p:ext uri="{BB962C8B-B14F-4D97-AF65-F5344CB8AC3E}">
        <p14:creationId xmlns:p14="http://schemas.microsoft.com/office/powerpoint/2010/main" val="1696325862"/>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descr="A screenshot of a website&#10;&#10;AI-generated content may be incorrect.">
            <a:extLst>
              <a:ext uri="{FF2B5EF4-FFF2-40B4-BE49-F238E27FC236}">
                <a16:creationId xmlns:a16="http://schemas.microsoft.com/office/drawing/2014/main" id="{50A42314-379F-E000-DEC3-A3D54687ECF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14400" y="0"/>
            <a:ext cx="10393680" cy="3299012"/>
          </a:xfrm>
          <a:prstGeom prst="rect">
            <a:avLst/>
          </a:prstGeom>
        </p:spPr>
      </p:pic>
      <p:pic>
        <p:nvPicPr>
          <p:cNvPr id="5" name="Picture 4" descr="A screenshot of a phone&#10;&#10;AI-generated content may be incorrect.">
            <a:extLst>
              <a:ext uri="{FF2B5EF4-FFF2-40B4-BE49-F238E27FC236}">
                <a16:creationId xmlns:a16="http://schemas.microsoft.com/office/drawing/2014/main" id="{D636D94B-94EA-5D3D-61A9-7D9684000AB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14400" y="3558988"/>
            <a:ext cx="10393680" cy="3299012"/>
          </a:xfrm>
          <a:prstGeom prst="rect">
            <a:avLst/>
          </a:prstGeom>
        </p:spPr>
      </p:pic>
      <p:cxnSp>
        <p:nvCxnSpPr>
          <p:cNvPr id="7" name="Straight Connector 6">
            <a:extLst>
              <a:ext uri="{FF2B5EF4-FFF2-40B4-BE49-F238E27FC236}">
                <a16:creationId xmlns:a16="http://schemas.microsoft.com/office/drawing/2014/main" id="{3BBE1C61-BBDC-918F-4D85-56D68FFF6CE7}"/>
              </a:ext>
            </a:extLst>
          </p:cNvPr>
          <p:cNvCxnSpPr>
            <a:cxnSpLocks/>
          </p:cNvCxnSpPr>
          <p:nvPr/>
        </p:nvCxnSpPr>
        <p:spPr>
          <a:xfrm>
            <a:off x="0" y="3429000"/>
            <a:ext cx="12192000" cy="0"/>
          </a:xfrm>
          <a:prstGeom prst="line">
            <a:avLst/>
          </a:prstGeom>
          <a:ln w="28575"/>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3799241693"/>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descr="A screenshot of a computer screen&#10;&#10;AI-generated content may be incorrect.">
            <a:extLst>
              <a:ext uri="{FF2B5EF4-FFF2-40B4-BE49-F238E27FC236}">
                <a16:creationId xmlns:a16="http://schemas.microsoft.com/office/drawing/2014/main" id="{32C31BA8-2B30-AC18-9674-F304FA1D5D8F}"/>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2698376"/>
          </a:xfrm>
          <a:prstGeom prst="rect">
            <a:avLst/>
          </a:prstGeom>
        </p:spPr>
      </p:pic>
      <p:pic>
        <p:nvPicPr>
          <p:cNvPr id="7" name="Picture 6" descr="A screenshot of a medical survey&#10;&#10;AI-generated content may be incorrect.">
            <a:extLst>
              <a:ext uri="{FF2B5EF4-FFF2-40B4-BE49-F238E27FC236}">
                <a16:creationId xmlns:a16="http://schemas.microsoft.com/office/drawing/2014/main" id="{4EE6C9F3-393E-BE49-9F6A-72890157826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0" y="2492188"/>
            <a:ext cx="12192000" cy="4365812"/>
          </a:xfrm>
          <a:prstGeom prst="rect">
            <a:avLst/>
          </a:prstGeom>
        </p:spPr>
      </p:pic>
      <p:cxnSp>
        <p:nvCxnSpPr>
          <p:cNvPr id="9" name="Straight Connector 8">
            <a:extLst>
              <a:ext uri="{FF2B5EF4-FFF2-40B4-BE49-F238E27FC236}">
                <a16:creationId xmlns:a16="http://schemas.microsoft.com/office/drawing/2014/main" id="{78937272-7245-A40C-CA85-6EB77795667B}"/>
              </a:ext>
            </a:extLst>
          </p:cNvPr>
          <p:cNvCxnSpPr>
            <a:cxnSpLocks/>
          </p:cNvCxnSpPr>
          <p:nvPr/>
        </p:nvCxnSpPr>
        <p:spPr>
          <a:xfrm>
            <a:off x="0" y="2492188"/>
            <a:ext cx="12192000" cy="0"/>
          </a:xfrm>
          <a:prstGeom prst="line">
            <a:avLst/>
          </a:prstGeom>
          <a:ln w="28575"/>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3073474037"/>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descr="A screenshot of a computer&#10;&#10;AI-generated content may be incorrect.">
            <a:extLst>
              <a:ext uri="{FF2B5EF4-FFF2-40B4-BE49-F238E27FC236}">
                <a16:creationId xmlns:a16="http://schemas.microsoft.com/office/drawing/2014/main" id="{3E804A2F-8AD1-D951-1015-FBC0723D146E}"/>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Tree>
    <p:extLst>
      <p:ext uri="{BB962C8B-B14F-4D97-AF65-F5344CB8AC3E}">
        <p14:creationId xmlns:p14="http://schemas.microsoft.com/office/powerpoint/2010/main" val="1819648482"/>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descr="A screenshot of a yoga and exercise guide&#10;&#10;AI-generated content may be incorrect.">
            <a:extLst>
              <a:ext uri="{FF2B5EF4-FFF2-40B4-BE49-F238E27FC236}">
                <a16:creationId xmlns:a16="http://schemas.microsoft.com/office/drawing/2014/main" id="{85992261-B0D1-5B6E-D660-73519FFC4C43}"/>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88894" y="0"/>
            <a:ext cx="10614212" cy="3774141"/>
          </a:xfrm>
          <a:prstGeom prst="rect">
            <a:avLst/>
          </a:prstGeom>
        </p:spPr>
      </p:pic>
      <p:pic>
        <p:nvPicPr>
          <p:cNvPr id="8" name="Picture 7" descr="A screenshot of a computer&#10;&#10;AI-generated content may be incorrect.">
            <a:extLst>
              <a:ext uri="{FF2B5EF4-FFF2-40B4-BE49-F238E27FC236}">
                <a16:creationId xmlns:a16="http://schemas.microsoft.com/office/drawing/2014/main" id="{645BF882-6D14-110B-0462-AFDD64857D6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88894" y="3939287"/>
            <a:ext cx="10614212" cy="2918713"/>
          </a:xfrm>
          <a:prstGeom prst="rect">
            <a:avLst/>
          </a:prstGeom>
        </p:spPr>
      </p:pic>
      <p:cxnSp>
        <p:nvCxnSpPr>
          <p:cNvPr id="10" name="Straight Connector 9">
            <a:extLst>
              <a:ext uri="{FF2B5EF4-FFF2-40B4-BE49-F238E27FC236}">
                <a16:creationId xmlns:a16="http://schemas.microsoft.com/office/drawing/2014/main" id="{34E65777-CABC-BF66-845B-D29722F6144F}"/>
              </a:ext>
            </a:extLst>
          </p:cNvPr>
          <p:cNvCxnSpPr>
            <a:cxnSpLocks/>
          </p:cNvCxnSpPr>
          <p:nvPr/>
        </p:nvCxnSpPr>
        <p:spPr>
          <a:xfrm>
            <a:off x="0" y="3818965"/>
            <a:ext cx="12192000" cy="0"/>
          </a:xfrm>
          <a:prstGeom prst="line">
            <a:avLst/>
          </a:prstGeom>
          <a:ln w="19050"/>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888908858"/>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descr="A person stretching on a mat&#10;&#10;AI-generated content may be incorrect.">
            <a:extLst>
              <a:ext uri="{FF2B5EF4-FFF2-40B4-BE49-F238E27FC236}">
                <a16:creationId xmlns:a16="http://schemas.microsoft.com/office/drawing/2014/main" id="{8284B0BB-66C4-7D88-3EDC-60A4BBD6C993}"/>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4112"/>
            <a:ext cx="12192000" cy="6862111"/>
          </a:xfrm>
          <a:prstGeom prst="rect">
            <a:avLst/>
          </a:prstGeom>
        </p:spPr>
      </p:pic>
    </p:spTree>
    <p:extLst>
      <p:ext uri="{BB962C8B-B14F-4D97-AF65-F5344CB8AC3E}">
        <p14:creationId xmlns:p14="http://schemas.microsoft.com/office/powerpoint/2010/main" val="3677232467"/>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descr="A screenshot of a video game&#10;&#10;AI-generated content may be incorrect.">
            <a:extLst>
              <a:ext uri="{FF2B5EF4-FFF2-40B4-BE49-F238E27FC236}">
                <a16:creationId xmlns:a16="http://schemas.microsoft.com/office/drawing/2014/main" id="{DBC17A31-E449-6928-D0D7-E5E1082B28F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143000" y="654423"/>
            <a:ext cx="9906000" cy="5549153"/>
          </a:xfrm>
          <a:prstGeom prst="rect">
            <a:avLst/>
          </a:prstGeom>
        </p:spPr>
      </p:pic>
    </p:spTree>
    <p:extLst>
      <p:ext uri="{BB962C8B-B14F-4D97-AF65-F5344CB8AC3E}">
        <p14:creationId xmlns:p14="http://schemas.microsoft.com/office/powerpoint/2010/main" val="1111440566"/>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descr="A screenshot of a video&#10;&#10;AI-generated content may be incorrect.">
            <a:extLst>
              <a:ext uri="{FF2B5EF4-FFF2-40B4-BE49-F238E27FC236}">
                <a16:creationId xmlns:a16="http://schemas.microsoft.com/office/drawing/2014/main" id="{2A277897-621A-4E60-FAA1-3F493590CDF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05435" y="0"/>
            <a:ext cx="10381129" cy="6795247"/>
          </a:xfrm>
          <a:prstGeom prst="rect">
            <a:avLst/>
          </a:prstGeom>
        </p:spPr>
      </p:pic>
    </p:spTree>
    <p:extLst>
      <p:ext uri="{BB962C8B-B14F-4D97-AF65-F5344CB8AC3E}">
        <p14:creationId xmlns:p14="http://schemas.microsoft.com/office/powerpoint/2010/main" val="1907357563"/>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96" name="Rectangle 795"/>
          <p:cNvSpPr/>
          <p:nvPr/>
        </p:nvSpPr>
        <p:spPr>
          <a:xfrm>
            <a:off x="-1" y="0"/>
            <a:ext cx="12192001" cy="6874612"/>
          </a:xfrm>
          <a:prstGeom prst="rect">
            <a:avLst/>
          </a:prstGeom>
          <a:solidFill>
            <a:schemeClr val="bg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82" name="Freeform 781"/>
          <p:cNvSpPr/>
          <p:nvPr/>
        </p:nvSpPr>
        <p:spPr>
          <a:xfrm>
            <a:off x="5825613" y="3313929"/>
            <a:ext cx="4513" cy="230138"/>
          </a:xfrm>
          <a:custGeom>
            <a:avLst/>
            <a:gdLst>
              <a:gd name="connsiteX0" fmla="*/ 0 w 4513"/>
              <a:gd name="connsiteY0" fmla="*/ 0 h 230138"/>
              <a:gd name="connsiteX1" fmla="*/ 4513 w 4513"/>
              <a:gd name="connsiteY1" fmla="*/ 115069 h 230138"/>
              <a:gd name="connsiteX2" fmla="*/ 0 w 4513"/>
              <a:gd name="connsiteY2" fmla="*/ 230138 h 230138"/>
              <a:gd name="connsiteX3" fmla="*/ 0 w 4513"/>
              <a:gd name="connsiteY3" fmla="*/ 0 h 230138"/>
            </a:gdLst>
            <a:ahLst/>
            <a:cxnLst>
              <a:cxn ang="0">
                <a:pos x="connsiteX0" y="connsiteY0"/>
              </a:cxn>
              <a:cxn ang="0">
                <a:pos x="connsiteX1" y="connsiteY1"/>
              </a:cxn>
              <a:cxn ang="0">
                <a:pos x="connsiteX2" y="connsiteY2"/>
              </a:cxn>
              <a:cxn ang="0">
                <a:pos x="connsiteX3" y="connsiteY3"/>
              </a:cxn>
            </a:cxnLst>
            <a:rect l="l" t="t" r="r" b="b"/>
            <a:pathLst>
              <a:path w="4513" h="230138">
                <a:moveTo>
                  <a:pt x="0" y="0"/>
                </a:moveTo>
                <a:lnTo>
                  <a:pt x="4513" y="115069"/>
                </a:lnTo>
                <a:lnTo>
                  <a:pt x="0" y="230138"/>
                </a:lnTo>
                <a:lnTo>
                  <a:pt x="0" y="0"/>
                </a:lnTo>
                <a:close/>
              </a:path>
            </a:pathLst>
          </a:custGeom>
          <a:solidFill>
            <a:srgbClr val="7030A0"/>
          </a:solidFill>
          <a:ln>
            <a:noFill/>
          </a:ln>
          <a:effectLst>
            <a:outerShdw blurRad="127000" dist="127000" dir="600000" algn="tl" rotWithShape="0">
              <a:schemeClr val="accent2">
                <a:lumMod val="50000"/>
                <a:alpha val="4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78" name="Freeform 777"/>
          <p:cNvSpPr/>
          <p:nvPr/>
        </p:nvSpPr>
        <p:spPr>
          <a:xfrm>
            <a:off x="-1" y="0"/>
            <a:ext cx="3810001" cy="6857996"/>
          </a:xfrm>
          <a:custGeom>
            <a:avLst/>
            <a:gdLst>
              <a:gd name="connsiteX0" fmla="*/ 0 w 2344590"/>
              <a:gd name="connsiteY0" fmla="*/ 0 h 6516085"/>
              <a:gd name="connsiteX1" fmla="*/ 108980 w 2344590"/>
              <a:gd name="connsiteY1" fmla="*/ 37112 h 6516085"/>
              <a:gd name="connsiteX2" fmla="*/ 2344590 w 2344590"/>
              <a:gd name="connsiteY2" fmla="*/ 3258042 h 6516085"/>
              <a:gd name="connsiteX3" fmla="*/ 108980 w 2344590"/>
              <a:gd name="connsiteY3" fmla="*/ 6478972 h 6516085"/>
              <a:gd name="connsiteX4" fmla="*/ 0 w 2344590"/>
              <a:gd name="connsiteY4" fmla="*/ 6516085 h 6516085"/>
              <a:gd name="connsiteX5" fmla="*/ 0 w 2344590"/>
              <a:gd name="connsiteY5" fmla="*/ 3373110 h 6516085"/>
              <a:gd name="connsiteX6" fmla="*/ 4513 w 2344590"/>
              <a:gd name="connsiteY6" fmla="*/ 3258041 h 6516085"/>
              <a:gd name="connsiteX7" fmla="*/ 0 w 2344590"/>
              <a:gd name="connsiteY7" fmla="*/ 3142972 h 6516085"/>
              <a:gd name="connsiteX8" fmla="*/ 0 w 2344590"/>
              <a:gd name="connsiteY8" fmla="*/ 0 h 651608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344590" h="6516085">
                <a:moveTo>
                  <a:pt x="0" y="0"/>
                </a:moveTo>
                <a:lnTo>
                  <a:pt x="108980" y="37112"/>
                </a:lnTo>
                <a:cubicBezTo>
                  <a:pt x="1413560" y="517856"/>
                  <a:pt x="2344590" y="1778523"/>
                  <a:pt x="2344590" y="3258042"/>
                </a:cubicBezTo>
                <a:cubicBezTo>
                  <a:pt x="2344590" y="4737562"/>
                  <a:pt x="1413560" y="5998228"/>
                  <a:pt x="108980" y="6478972"/>
                </a:cubicBezTo>
                <a:lnTo>
                  <a:pt x="0" y="6516085"/>
                </a:lnTo>
                <a:lnTo>
                  <a:pt x="0" y="3373110"/>
                </a:lnTo>
                <a:lnTo>
                  <a:pt x="4513" y="3258041"/>
                </a:lnTo>
                <a:lnTo>
                  <a:pt x="0" y="3142972"/>
                </a:lnTo>
                <a:lnTo>
                  <a:pt x="0" y="0"/>
                </a:lnTo>
                <a:close/>
              </a:path>
            </a:pathLst>
          </a:custGeom>
          <a:gradFill flip="none" rotWithShape="1">
            <a:gsLst>
              <a:gs pos="0">
                <a:srgbClr val="AE74DB">
                  <a:shade val="30000"/>
                  <a:satMod val="115000"/>
                </a:srgbClr>
              </a:gs>
              <a:gs pos="50000">
                <a:srgbClr val="AE74DB">
                  <a:shade val="67500"/>
                  <a:satMod val="115000"/>
                </a:srgbClr>
              </a:gs>
              <a:gs pos="100000">
                <a:srgbClr val="AE74DB">
                  <a:shade val="100000"/>
                  <a:satMod val="115000"/>
                </a:srgbClr>
              </a:gs>
            </a:gsLst>
            <a:lin ang="16200000" scaled="1"/>
            <a:tileRect/>
          </a:gradFill>
          <a:ln>
            <a:noFill/>
          </a:ln>
          <a:effectLst>
            <a:outerShdw blurRad="190500" dist="228600" dir="2700000" algn="ctr">
              <a:srgbClr val="000000">
                <a:alpha val="30000"/>
              </a:srgbClr>
            </a:outerShdw>
          </a:effectLst>
          <a:scene3d>
            <a:camera prst="orthographicFront">
              <a:rot lat="0" lon="0" rev="0"/>
            </a:camera>
            <a:lightRig rig="glow" dir="t">
              <a:rot lat="0" lon="0" rev="4800000"/>
            </a:lightRig>
          </a:scene3d>
          <a:sp3d prstMaterial="matte">
            <a:bevelT w="127000" h="635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88" name="TextBox 787"/>
          <p:cNvSpPr txBox="1"/>
          <p:nvPr/>
        </p:nvSpPr>
        <p:spPr>
          <a:xfrm>
            <a:off x="-90165" y="2959319"/>
            <a:ext cx="3533844" cy="954107"/>
          </a:xfrm>
          <a:prstGeom prst="rect">
            <a:avLst/>
          </a:prstGeom>
          <a:noFill/>
        </p:spPr>
        <p:txBody>
          <a:bodyPr wrap="square" rtlCol="0">
            <a:spAutoFit/>
          </a:bodyPr>
          <a:lstStyle/>
          <a:p>
            <a:pPr algn="ctr"/>
            <a:r>
              <a:rPr lang="en-US" sz="2800" dirty="0">
                <a:solidFill>
                  <a:schemeClr val="bg1"/>
                </a:solidFill>
                <a:latin typeface="Arial Black" panose="020B0A04020102020204" pitchFamily="34" charset="0"/>
              </a:rPr>
              <a:t>Efforts Towards Publication</a:t>
            </a:r>
          </a:p>
        </p:txBody>
      </p:sp>
      <p:grpSp>
        <p:nvGrpSpPr>
          <p:cNvPr id="2" name="Group 1"/>
          <p:cNvGrpSpPr/>
          <p:nvPr/>
        </p:nvGrpSpPr>
        <p:grpSpPr>
          <a:xfrm>
            <a:off x="693683" y="-2"/>
            <a:ext cx="5283256" cy="6874614"/>
            <a:chOff x="693683" y="-2"/>
            <a:chExt cx="5283256" cy="6874614"/>
          </a:xfrm>
        </p:grpSpPr>
        <p:sp>
          <p:nvSpPr>
            <p:cNvPr id="786" name="Freeform 785"/>
            <p:cNvSpPr/>
            <p:nvPr/>
          </p:nvSpPr>
          <p:spPr>
            <a:xfrm>
              <a:off x="693683" y="-2"/>
              <a:ext cx="5283256" cy="6874614"/>
            </a:xfrm>
            <a:custGeom>
              <a:avLst/>
              <a:gdLst>
                <a:gd name="connsiteX0" fmla="*/ 1170040 w 4577117"/>
                <a:gd name="connsiteY0" fmla="*/ 0 h 6858002"/>
                <a:gd name="connsiteX1" fmla="*/ 4577117 w 4577117"/>
                <a:gd name="connsiteY1" fmla="*/ 3429001 h 6858002"/>
                <a:gd name="connsiteX2" fmla="*/ 1170040 w 4577117"/>
                <a:gd name="connsiteY2" fmla="*/ 6858002 h 6858002"/>
                <a:gd name="connsiteX3" fmla="*/ 156879 w 4577117"/>
                <a:gd name="connsiteY3" fmla="*/ 6703841 h 6858002"/>
                <a:gd name="connsiteX4" fmla="*/ 0 w 4577117"/>
                <a:gd name="connsiteY4" fmla="*/ 6650417 h 6858002"/>
                <a:gd name="connsiteX5" fmla="*/ 1430 w 4577117"/>
                <a:gd name="connsiteY5" fmla="*/ 6649930 h 6858002"/>
                <a:gd name="connsiteX6" fmla="*/ 2237040 w 4577117"/>
                <a:gd name="connsiteY6" fmla="*/ 3429000 h 6858002"/>
                <a:gd name="connsiteX7" fmla="*/ 1430 w 4577117"/>
                <a:gd name="connsiteY7" fmla="*/ 208070 h 6858002"/>
                <a:gd name="connsiteX8" fmla="*/ 3 w 4577117"/>
                <a:gd name="connsiteY8" fmla="*/ 207584 h 6858002"/>
                <a:gd name="connsiteX9" fmla="*/ 156879 w 4577117"/>
                <a:gd name="connsiteY9" fmla="*/ 154161 h 6858002"/>
                <a:gd name="connsiteX10" fmla="*/ 1170040 w 4577117"/>
                <a:gd name="connsiteY10" fmla="*/ 0 h 68580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577117" h="6858002">
                  <a:moveTo>
                    <a:pt x="1170040" y="0"/>
                  </a:moveTo>
                  <a:cubicBezTo>
                    <a:pt x="3051717" y="0"/>
                    <a:pt x="4577117" y="1535216"/>
                    <a:pt x="4577117" y="3429001"/>
                  </a:cubicBezTo>
                  <a:cubicBezTo>
                    <a:pt x="4577117" y="5322786"/>
                    <a:pt x="3051717" y="6858002"/>
                    <a:pt x="1170040" y="6858002"/>
                  </a:cubicBezTo>
                  <a:cubicBezTo>
                    <a:pt x="817226" y="6858002"/>
                    <a:pt x="476937" y="6804030"/>
                    <a:pt x="156879" y="6703841"/>
                  </a:cubicBezTo>
                  <a:lnTo>
                    <a:pt x="0" y="6650417"/>
                  </a:lnTo>
                  <a:lnTo>
                    <a:pt x="1430" y="6649930"/>
                  </a:lnTo>
                  <a:cubicBezTo>
                    <a:pt x="1306010" y="6169186"/>
                    <a:pt x="2237040" y="4908520"/>
                    <a:pt x="2237040" y="3429000"/>
                  </a:cubicBezTo>
                  <a:cubicBezTo>
                    <a:pt x="2237040" y="1949481"/>
                    <a:pt x="1306010" y="688814"/>
                    <a:pt x="1430" y="208070"/>
                  </a:cubicBezTo>
                  <a:lnTo>
                    <a:pt x="3" y="207584"/>
                  </a:lnTo>
                  <a:lnTo>
                    <a:pt x="156879" y="154161"/>
                  </a:lnTo>
                  <a:cubicBezTo>
                    <a:pt x="476937" y="53972"/>
                    <a:pt x="817226" y="0"/>
                    <a:pt x="1170040" y="0"/>
                  </a:cubicBezTo>
                  <a:close/>
                </a:path>
              </a:pathLst>
            </a:custGeom>
            <a:solidFill>
              <a:srgbClr val="CDACE6"/>
            </a:solidFill>
            <a:ln>
              <a:noFill/>
            </a:ln>
            <a:effectLst>
              <a:outerShdw blurRad="127000" dist="127000" dir="600000" algn="tl" rotWithShape="0">
                <a:schemeClr val="accent2">
                  <a:lumMod val="50000"/>
                  <a:alpha val="4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89" name="TextBox 788"/>
            <p:cNvSpPr txBox="1"/>
            <p:nvPr/>
          </p:nvSpPr>
          <p:spPr>
            <a:xfrm>
              <a:off x="3298442" y="2651542"/>
              <a:ext cx="2604052" cy="1569660"/>
            </a:xfrm>
            <a:prstGeom prst="rect">
              <a:avLst/>
            </a:prstGeom>
            <a:noFill/>
          </p:spPr>
          <p:txBody>
            <a:bodyPr wrap="square" rtlCol="0">
              <a:spAutoFit/>
            </a:bodyPr>
            <a:lstStyle/>
            <a:p>
              <a:pPr algn="ctr"/>
              <a:r>
                <a:rPr lang="en-US" sz="1600" b="1" dirty="0">
                  <a:solidFill>
                    <a:schemeClr val="bg1"/>
                  </a:solidFill>
                  <a:latin typeface="+mj-lt"/>
                </a:rPr>
                <a:t>Research Paper Drafting</a:t>
              </a:r>
            </a:p>
            <a:p>
              <a:pPr algn="ctr"/>
              <a:br>
                <a:rPr lang="en-US" sz="1600" b="1" dirty="0">
                  <a:solidFill>
                    <a:schemeClr val="bg1"/>
                  </a:solidFill>
                  <a:latin typeface="+mj-lt"/>
                </a:rPr>
              </a:br>
              <a:r>
                <a:rPr lang="en-US" sz="1600" dirty="0">
                  <a:solidFill>
                    <a:schemeClr val="bg1"/>
                  </a:solidFill>
                  <a:latin typeface="+mj-lt"/>
                </a:rPr>
                <a:t>Preparing manuscript highlighting AyurSense methodology, results, and impact.</a:t>
              </a:r>
            </a:p>
          </p:txBody>
        </p:sp>
      </p:grpSp>
      <p:grpSp>
        <p:nvGrpSpPr>
          <p:cNvPr id="4" name="Group 3"/>
          <p:cNvGrpSpPr/>
          <p:nvPr/>
        </p:nvGrpSpPr>
        <p:grpSpPr>
          <a:xfrm>
            <a:off x="3490457" y="0"/>
            <a:ext cx="4670317" cy="6857996"/>
            <a:chOff x="3490457" y="0"/>
            <a:chExt cx="4670317" cy="6857996"/>
          </a:xfrm>
        </p:grpSpPr>
        <p:sp>
          <p:nvSpPr>
            <p:cNvPr id="785" name="Freeform 784"/>
            <p:cNvSpPr/>
            <p:nvPr/>
          </p:nvSpPr>
          <p:spPr>
            <a:xfrm>
              <a:off x="3490457" y="0"/>
              <a:ext cx="4670317" cy="6857996"/>
            </a:xfrm>
            <a:custGeom>
              <a:avLst/>
              <a:gdLst>
                <a:gd name="connsiteX0" fmla="*/ 1170040 w 4577117"/>
                <a:gd name="connsiteY0" fmla="*/ 0 h 6858002"/>
                <a:gd name="connsiteX1" fmla="*/ 4577117 w 4577117"/>
                <a:gd name="connsiteY1" fmla="*/ 3429001 h 6858002"/>
                <a:gd name="connsiteX2" fmla="*/ 1170040 w 4577117"/>
                <a:gd name="connsiteY2" fmla="*/ 6858002 h 6858002"/>
                <a:gd name="connsiteX3" fmla="*/ 156879 w 4577117"/>
                <a:gd name="connsiteY3" fmla="*/ 6703841 h 6858002"/>
                <a:gd name="connsiteX4" fmla="*/ 0 w 4577117"/>
                <a:gd name="connsiteY4" fmla="*/ 6650417 h 6858002"/>
                <a:gd name="connsiteX5" fmla="*/ 1430 w 4577117"/>
                <a:gd name="connsiteY5" fmla="*/ 6649930 h 6858002"/>
                <a:gd name="connsiteX6" fmla="*/ 2237040 w 4577117"/>
                <a:gd name="connsiteY6" fmla="*/ 3429000 h 6858002"/>
                <a:gd name="connsiteX7" fmla="*/ 1430 w 4577117"/>
                <a:gd name="connsiteY7" fmla="*/ 208070 h 6858002"/>
                <a:gd name="connsiteX8" fmla="*/ 3 w 4577117"/>
                <a:gd name="connsiteY8" fmla="*/ 207584 h 6858002"/>
                <a:gd name="connsiteX9" fmla="*/ 156879 w 4577117"/>
                <a:gd name="connsiteY9" fmla="*/ 154161 h 6858002"/>
                <a:gd name="connsiteX10" fmla="*/ 1170040 w 4577117"/>
                <a:gd name="connsiteY10" fmla="*/ 0 h 68580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577117" h="6858002">
                  <a:moveTo>
                    <a:pt x="1170040" y="0"/>
                  </a:moveTo>
                  <a:cubicBezTo>
                    <a:pt x="3051717" y="0"/>
                    <a:pt x="4577117" y="1535216"/>
                    <a:pt x="4577117" y="3429001"/>
                  </a:cubicBezTo>
                  <a:cubicBezTo>
                    <a:pt x="4577117" y="5322786"/>
                    <a:pt x="3051717" y="6858002"/>
                    <a:pt x="1170040" y="6858002"/>
                  </a:cubicBezTo>
                  <a:cubicBezTo>
                    <a:pt x="817226" y="6858002"/>
                    <a:pt x="476937" y="6804030"/>
                    <a:pt x="156879" y="6703841"/>
                  </a:cubicBezTo>
                  <a:lnTo>
                    <a:pt x="0" y="6650417"/>
                  </a:lnTo>
                  <a:lnTo>
                    <a:pt x="1430" y="6649930"/>
                  </a:lnTo>
                  <a:cubicBezTo>
                    <a:pt x="1306010" y="6169186"/>
                    <a:pt x="2237040" y="4908520"/>
                    <a:pt x="2237040" y="3429000"/>
                  </a:cubicBezTo>
                  <a:cubicBezTo>
                    <a:pt x="2237040" y="1949481"/>
                    <a:pt x="1306010" y="688814"/>
                    <a:pt x="1430" y="208070"/>
                  </a:cubicBezTo>
                  <a:lnTo>
                    <a:pt x="3" y="207584"/>
                  </a:lnTo>
                  <a:lnTo>
                    <a:pt x="156879" y="154161"/>
                  </a:lnTo>
                  <a:cubicBezTo>
                    <a:pt x="476937" y="53972"/>
                    <a:pt x="817226" y="0"/>
                    <a:pt x="1170040" y="0"/>
                  </a:cubicBezTo>
                  <a:close/>
                </a:path>
              </a:pathLst>
            </a:custGeom>
            <a:solidFill>
              <a:srgbClr val="A66BD3"/>
            </a:solidFill>
            <a:ln>
              <a:noFill/>
            </a:ln>
            <a:effectLst>
              <a:outerShdw blurRad="127000" dist="127000" dir="600000" algn="tl" rotWithShape="0">
                <a:schemeClr val="accent2">
                  <a:lumMod val="50000"/>
                  <a:alpha val="4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790" name="TextBox 789"/>
            <p:cNvSpPr txBox="1"/>
            <p:nvPr/>
          </p:nvSpPr>
          <p:spPr>
            <a:xfrm>
              <a:off x="6023718" y="2405320"/>
              <a:ext cx="1924114" cy="2062103"/>
            </a:xfrm>
            <a:prstGeom prst="rect">
              <a:avLst/>
            </a:prstGeom>
            <a:noFill/>
          </p:spPr>
          <p:txBody>
            <a:bodyPr wrap="square" rtlCol="0">
              <a:spAutoFit/>
            </a:bodyPr>
            <a:lstStyle/>
            <a:p>
              <a:pPr algn="ctr"/>
              <a:r>
                <a:rPr lang="en-US" sz="1600" b="1" dirty="0">
                  <a:solidFill>
                    <a:schemeClr val="bg1"/>
                  </a:solidFill>
                  <a:latin typeface="+mj-lt"/>
                </a:rPr>
                <a:t>Target Journals/Conferences</a:t>
              </a:r>
              <a:br>
                <a:rPr lang="en-US" sz="1600" b="1" dirty="0">
                  <a:solidFill>
                    <a:schemeClr val="bg1"/>
                  </a:solidFill>
                  <a:latin typeface="+mj-lt"/>
                </a:rPr>
              </a:br>
              <a:endParaRPr lang="en-US" sz="1600" b="1" dirty="0">
                <a:solidFill>
                  <a:schemeClr val="bg1"/>
                </a:solidFill>
                <a:latin typeface="+mj-lt"/>
              </a:endParaRPr>
            </a:p>
            <a:p>
              <a:pPr algn="ctr"/>
              <a:r>
                <a:rPr lang="en-US" sz="1600" b="1" dirty="0">
                  <a:solidFill>
                    <a:schemeClr val="bg1"/>
                  </a:solidFill>
                  <a:latin typeface="+mj-lt"/>
                </a:rPr>
                <a:t>  </a:t>
              </a:r>
              <a:r>
                <a:rPr lang="en-US" sz="1600" dirty="0">
                  <a:solidFill>
                    <a:schemeClr val="bg1"/>
                  </a:solidFill>
                  <a:latin typeface="+mj-lt"/>
                </a:rPr>
                <a:t>Planning to submit in reputed conferences/journals on healthcare, AI, and Ayurveda.. </a:t>
              </a:r>
            </a:p>
          </p:txBody>
        </p:sp>
      </p:grpSp>
      <p:grpSp>
        <p:nvGrpSpPr>
          <p:cNvPr id="5" name="Group 4"/>
          <p:cNvGrpSpPr/>
          <p:nvPr/>
        </p:nvGrpSpPr>
        <p:grpSpPr>
          <a:xfrm>
            <a:off x="5902493" y="0"/>
            <a:ext cx="4273895" cy="6857996"/>
            <a:chOff x="5902493" y="0"/>
            <a:chExt cx="4273895" cy="6857996"/>
          </a:xfrm>
        </p:grpSpPr>
        <p:sp>
          <p:nvSpPr>
            <p:cNvPr id="784" name="Freeform 783"/>
            <p:cNvSpPr/>
            <p:nvPr/>
          </p:nvSpPr>
          <p:spPr>
            <a:xfrm>
              <a:off x="5902493" y="0"/>
              <a:ext cx="4273895" cy="6857996"/>
            </a:xfrm>
            <a:custGeom>
              <a:avLst/>
              <a:gdLst>
                <a:gd name="connsiteX0" fmla="*/ 1170040 w 4577117"/>
                <a:gd name="connsiteY0" fmla="*/ 0 h 6858002"/>
                <a:gd name="connsiteX1" fmla="*/ 4577117 w 4577117"/>
                <a:gd name="connsiteY1" fmla="*/ 3429001 h 6858002"/>
                <a:gd name="connsiteX2" fmla="*/ 1170040 w 4577117"/>
                <a:gd name="connsiteY2" fmla="*/ 6858002 h 6858002"/>
                <a:gd name="connsiteX3" fmla="*/ 156879 w 4577117"/>
                <a:gd name="connsiteY3" fmla="*/ 6703841 h 6858002"/>
                <a:gd name="connsiteX4" fmla="*/ 0 w 4577117"/>
                <a:gd name="connsiteY4" fmla="*/ 6650417 h 6858002"/>
                <a:gd name="connsiteX5" fmla="*/ 1430 w 4577117"/>
                <a:gd name="connsiteY5" fmla="*/ 6649930 h 6858002"/>
                <a:gd name="connsiteX6" fmla="*/ 2237040 w 4577117"/>
                <a:gd name="connsiteY6" fmla="*/ 3429000 h 6858002"/>
                <a:gd name="connsiteX7" fmla="*/ 1430 w 4577117"/>
                <a:gd name="connsiteY7" fmla="*/ 208070 h 6858002"/>
                <a:gd name="connsiteX8" fmla="*/ 3 w 4577117"/>
                <a:gd name="connsiteY8" fmla="*/ 207584 h 6858002"/>
                <a:gd name="connsiteX9" fmla="*/ 156879 w 4577117"/>
                <a:gd name="connsiteY9" fmla="*/ 154161 h 6858002"/>
                <a:gd name="connsiteX10" fmla="*/ 1170040 w 4577117"/>
                <a:gd name="connsiteY10" fmla="*/ 0 h 68580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577117" h="6858002">
                  <a:moveTo>
                    <a:pt x="1170040" y="0"/>
                  </a:moveTo>
                  <a:cubicBezTo>
                    <a:pt x="3051717" y="0"/>
                    <a:pt x="4577117" y="1535216"/>
                    <a:pt x="4577117" y="3429001"/>
                  </a:cubicBezTo>
                  <a:cubicBezTo>
                    <a:pt x="4577117" y="5322786"/>
                    <a:pt x="3051717" y="6858002"/>
                    <a:pt x="1170040" y="6858002"/>
                  </a:cubicBezTo>
                  <a:cubicBezTo>
                    <a:pt x="817226" y="6858002"/>
                    <a:pt x="476937" y="6804030"/>
                    <a:pt x="156879" y="6703841"/>
                  </a:cubicBezTo>
                  <a:lnTo>
                    <a:pt x="0" y="6650417"/>
                  </a:lnTo>
                  <a:lnTo>
                    <a:pt x="1430" y="6649930"/>
                  </a:lnTo>
                  <a:cubicBezTo>
                    <a:pt x="1306010" y="6169186"/>
                    <a:pt x="2237040" y="4908520"/>
                    <a:pt x="2237040" y="3429000"/>
                  </a:cubicBezTo>
                  <a:cubicBezTo>
                    <a:pt x="2237040" y="1949481"/>
                    <a:pt x="1306010" y="688814"/>
                    <a:pt x="1430" y="208070"/>
                  </a:cubicBezTo>
                  <a:lnTo>
                    <a:pt x="3" y="207584"/>
                  </a:lnTo>
                  <a:lnTo>
                    <a:pt x="156879" y="154161"/>
                  </a:lnTo>
                  <a:cubicBezTo>
                    <a:pt x="476937" y="53972"/>
                    <a:pt x="817226" y="0"/>
                    <a:pt x="1170040" y="0"/>
                  </a:cubicBezTo>
                  <a:close/>
                </a:path>
              </a:pathLst>
            </a:custGeom>
            <a:solidFill>
              <a:srgbClr val="8A3CC4"/>
            </a:solidFill>
            <a:ln>
              <a:noFill/>
            </a:ln>
            <a:effectLst>
              <a:outerShdw blurRad="127000" dist="127000" dir="600000" algn="tl" rotWithShape="0">
                <a:schemeClr val="accent2">
                  <a:lumMod val="50000"/>
                  <a:alpha val="4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91" name="TextBox 790"/>
            <p:cNvSpPr txBox="1"/>
            <p:nvPr/>
          </p:nvSpPr>
          <p:spPr>
            <a:xfrm>
              <a:off x="7909297" y="2405320"/>
              <a:ext cx="2126187" cy="2800767"/>
            </a:xfrm>
            <a:prstGeom prst="rect">
              <a:avLst/>
            </a:prstGeom>
            <a:noFill/>
          </p:spPr>
          <p:txBody>
            <a:bodyPr wrap="square" rtlCol="0">
              <a:spAutoFit/>
            </a:bodyPr>
            <a:lstStyle/>
            <a:p>
              <a:pPr algn="ctr"/>
              <a:r>
                <a:rPr lang="en-US" sz="1600" b="1" dirty="0">
                  <a:solidFill>
                    <a:schemeClr val="bg1"/>
                  </a:solidFill>
                  <a:latin typeface="+mj-lt"/>
                </a:rPr>
                <a:t>Collaboration &amp; Guidance</a:t>
              </a:r>
              <a:br>
                <a:rPr lang="en-US" sz="1600" b="1" dirty="0">
                  <a:solidFill>
                    <a:schemeClr val="bg1"/>
                  </a:solidFill>
                  <a:latin typeface="+mj-lt"/>
                </a:rPr>
              </a:br>
              <a:br>
                <a:rPr lang="en-US" sz="1600" b="1" dirty="0">
                  <a:solidFill>
                    <a:schemeClr val="bg1"/>
                  </a:solidFill>
                  <a:latin typeface="+mj-lt"/>
                </a:rPr>
              </a:br>
              <a:r>
                <a:rPr lang="en-US" sz="1600" dirty="0">
                  <a:solidFill>
                    <a:schemeClr val="bg1"/>
                  </a:solidFill>
                  <a:latin typeface="+mj-lt"/>
                </a:rPr>
                <a:t>Working under guidance of faculty mentors for refinement. </a:t>
              </a:r>
              <a:br>
                <a:rPr lang="en-US" sz="1600" dirty="0">
                  <a:solidFill>
                    <a:schemeClr val="bg1"/>
                  </a:solidFill>
                  <a:latin typeface="+mj-lt"/>
                </a:rPr>
              </a:br>
              <a:r>
                <a:rPr lang="en-US" sz="1600" dirty="0">
                  <a:solidFill>
                    <a:schemeClr val="bg1"/>
                  </a:solidFill>
                  <a:latin typeface="+mj-lt"/>
                </a:rPr>
                <a:t>Exploring collaboration with Ayurveda practitioners for validation.</a:t>
              </a:r>
            </a:p>
          </p:txBody>
        </p:sp>
      </p:grpSp>
      <p:grpSp>
        <p:nvGrpSpPr>
          <p:cNvPr id="6" name="Group 5"/>
          <p:cNvGrpSpPr/>
          <p:nvPr/>
        </p:nvGrpSpPr>
        <p:grpSpPr>
          <a:xfrm>
            <a:off x="8069432" y="-16616"/>
            <a:ext cx="4122568" cy="6874612"/>
            <a:chOff x="8069432" y="-16616"/>
            <a:chExt cx="4122568" cy="6874612"/>
          </a:xfrm>
        </p:grpSpPr>
        <p:sp>
          <p:nvSpPr>
            <p:cNvPr id="769" name="Freeform 768"/>
            <p:cNvSpPr/>
            <p:nvPr/>
          </p:nvSpPr>
          <p:spPr>
            <a:xfrm>
              <a:off x="8069432" y="-16616"/>
              <a:ext cx="4122568" cy="6874612"/>
            </a:xfrm>
            <a:custGeom>
              <a:avLst/>
              <a:gdLst>
                <a:gd name="connsiteX0" fmla="*/ 1170040 w 4577117"/>
                <a:gd name="connsiteY0" fmla="*/ 0 h 6858002"/>
                <a:gd name="connsiteX1" fmla="*/ 4577117 w 4577117"/>
                <a:gd name="connsiteY1" fmla="*/ 3429001 h 6858002"/>
                <a:gd name="connsiteX2" fmla="*/ 1170040 w 4577117"/>
                <a:gd name="connsiteY2" fmla="*/ 6858002 h 6858002"/>
                <a:gd name="connsiteX3" fmla="*/ 156879 w 4577117"/>
                <a:gd name="connsiteY3" fmla="*/ 6703841 h 6858002"/>
                <a:gd name="connsiteX4" fmla="*/ 0 w 4577117"/>
                <a:gd name="connsiteY4" fmla="*/ 6650417 h 6858002"/>
                <a:gd name="connsiteX5" fmla="*/ 1430 w 4577117"/>
                <a:gd name="connsiteY5" fmla="*/ 6649930 h 6858002"/>
                <a:gd name="connsiteX6" fmla="*/ 2237040 w 4577117"/>
                <a:gd name="connsiteY6" fmla="*/ 3429000 h 6858002"/>
                <a:gd name="connsiteX7" fmla="*/ 1430 w 4577117"/>
                <a:gd name="connsiteY7" fmla="*/ 208070 h 6858002"/>
                <a:gd name="connsiteX8" fmla="*/ 3 w 4577117"/>
                <a:gd name="connsiteY8" fmla="*/ 207584 h 6858002"/>
                <a:gd name="connsiteX9" fmla="*/ 156879 w 4577117"/>
                <a:gd name="connsiteY9" fmla="*/ 154161 h 6858002"/>
                <a:gd name="connsiteX10" fmla="*/ 1170040 w 4577117"/>
                <a:gd name="connsiteY10" fmla="*/ 0 h 68580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577117" h="6858002">
                  <a:moveTo>
                    <a:pt x="1170040" y="0"/>
                  </a:moveTo>
                  <a:cubicBezTo>
                    <a:pt x="3051717" y="0"/>
                    <a:pt x="4577117" y="1535216"/>
                    <a:pt x="4577117" y="3429001"/>
                  </a:cubicBezTo>
                  <a:cubicBezTo>
                    <a:pt x="4577117" y="5322786"/>
                    <a:pt x="3051717" y="6858002"/>
                    <a:pt x="1170040" y="6858002"/>
                  </a:cubicBezTo>
                  <a:cubicBezTo>
                    <a:pt x="817226" y="6858002"/>
                    <a:pt x="476937" y="6804030"/>
                    <a:pt x="156879" y="6703841"/>
                  </a:cubicBezTo>
                  <a:lnTo>
                    <a:pt x="0" y="6650417"/>
                  </a:lnTo>
                  <a:lnTo>
                    <a:pt x="1430" y="6649930"/>
                  </a:lnTo>
                  <a:cubicBezTo>
                    <a:pt x="1306010" y="6169186"/>
                    <a:pt x="2237040" y="4908520"/>
                    <a:pt x="2237040" y="3429000"/>
                  </a:cubicBezTo>
                  <a:cubicBezTo>
                    <a:pt x="2237040" y="1949481"/>
                    <a:pt x="1306010" y="688814"/>
                    <a:pt x="1430" y="208070"/>
                  </a:cubicBezTo>
                  <a:lnTo>
                    <a:pt x="3" y="207584"/>
                  </a:lnTo>
                  <a:lnTo>
                    <a:pt x="156879" y="154161"/>
                  </a:lnTo>
                  <a:cubicBezTo>
                    <a:pt x="476937" y="53972"/>
                    <a:pt x="817226" y="0"/>
                    <a:pt x="1170040" y="0"/>
                  </a:cubicBezTo>
                  <a:close/>
                </a:path>
              </a:pathLst>
            </a:custGeom>
            <a:solidFill>
              <a:srgbClr val="7030A0"/>
            </a:solidFill>
            <a:ln>
              <a:noFill/>
            </a:ln>
            <a:effectLst>
              <a:outerShdw blurRad="127000" dist="127000" dir="600000" algn="tl" rotWithShape="0">
                <a:schemeClr val="accent2">
                  <a:lumMod val="50000"/>
                  <a:alpha val="4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92" name="TextBox 791"/>
            <p:cNvSpPr txBox="1"/>
            <p:nvPr/>
          </p:nvSpPr>
          <p:spPr>
            <a:xfrm>
              <a:off x="10167577" y="2405320"/>
              <a:ext cx="1703198" cy="2800767"/>
            </a:xfrm>
            <a:prstGeom prst="rect">
              <a:avLst/>
            </a:prstGeom>
            <a:noFill/>
          </p:spPr>
          <p:txBody>
            <a:bodyPr wrap="square" rtlCol="0">
              <a:spAutoFit/>
            </a:bodyPr>
            <a:lstStyle/>
            <a:p>
              <a:pPr algn="ctr"/>
              <a:r>
                <a:rPr lang="en-US" sz="1600" b="1" dirty="0">
                  <a:solidFill>
                    <a:schemeClr val="bg1"/>
                  </a:solidFill>
                  <a:latin typeface="+mj-lt"/>
                </a:rPr>
                <a:t>Future Scope for Publication</a:t>
              </a:r>
              <a:br>
                <a:rPr lang="en-US" sz="1600" b="1" dirty="0">
                  <a:solidFill>
                    <a:schemeClr val="bg1"/>
                  </a:solidFill>
                  <a:latin typeface="+mj-lt"/>
                </a:rPr>
              </a:br>
              <a:br>
                <a:rPr lang="en-US" sz="1600" b="1" dirty="0">
                  <a:solidFill>
                    <a:schemeClr val="bg1"/>
                  </a:solidFill>
                  <a:latin typeface="+mj-lt"/>
                </a:rPr>
              </a:br>
              <a:r>
                <a:rPr lang="en-US" sz="1600" dirty="0">
                  <a:solidFill>
                    <a:schemeClr val="bg1"/>
                  </a:solidFill>
                  <a:latin typeface="+mj-lt"/>
                </a:rPr>
                <a:t>Potential for case studies based on real user feedback. Expansion into international digital health research platform.</a:t>
              </a:r>
            </a:p>
          </p:txBody>
        </p:sp>
      </p:grpSp>
    </p:spTree>
    <p:extLst>
      <p:ext uri="{BB962C8B-B14F-4D97-AF65-F5344CB8AC3E}">
        <p14:creationId xmlns:p14="http://schemas.microsoft.com/office/powerpoint/2010/main" val="343189975"/>
      </p:ext>
    </p:extLst>
  </p:cSld>
  <p:clrMapOvr>
    <a:masterClrMapping/>
  </p:clrMapOvr>
  <mc:AlternateContent xmlns:mc="http://schemas.openxmlformats.org/markup-compatibility/2006" xmlns:p14="http://schemas.microsoft.com/office/powerpoint/2010/main">
    <mc:Choice Requires="p14">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8" fill="hold" grpId="0" nodeType="withEffect" p14:presetBounceEnd="75000">
                                      <p:stCondLst>
                                        <p:cond delay="0"/>
                                      </p:stCondLst>
                                      <p:childTnLst>
                                        <p:set>
                                          <p:cBhvr>
                                            <p:cTn id="6" dur="1" fill="hold">
                                              <p:stCondLst>
                                                <p:cond delay="0"/>
                                              </p:stCondLst>
                                            </p:cTn>
                                            <p:tgtEl>
                                              <p:spTgt spid="778"/>
                                            </p:tgtEl>
                                            <p:attrNameLst>
                                              <p:attrName>style.visibility</p:attrName>
                                            </p:attrNameLst>
                                          </p:cBhvr>
                                          <p:to>
                                            <p:strVal val="visible"/>
                                          </p:to>
                                        </p:set>
                                        <p:anim calcmode="lin" valueType="num" p14:bounceEnd="75000">
                                          <p:cBhvr additive="base">
                                            <p:cTn id="7" dur="2000" fill="hold"/>
                                            <p:tgtEl>
                                              <p:spTgt spid="778"/>
                                            </p:tgtEl>
                                            <p:attrNameLst>
                                              <p:attrName>ppt_x</p:attrName>
                                            </p:attrNameLst>
                                          </p:cBhvr>
                                          <p:tavLst>
                                            <p:tav tm="0">
                                              <p:val>
                                                <p:strVal val="0-#ppt_w/2"/>
                                              </p:val>
                                            </p:tav>
                                            <p:tav tm="100000">
                                              <p:val>
                                                <p:strVal val="#ppt_x"/>
                                              </p:val>
                                            </p:tav>
                                          </p:tavLst>
                                        </p:anim>
                                        <p:anim calcmode="lin" valueType="num" p14:bounceEnd="75000">
                                          <p:cBhvr additive="base">
                                            <p:cTn id="8" dur="2000" fill="hold"/>
                                            <p:tgtEl>
                                              <p:spTgt spid="778"/>
                                            </p:tgtEl>
                                            <p:attrNameLst>
                                              <p:attrName>ppt_y</p:attrName>
                                            </p:attrNameLst>
                                          </p:cBhvr>
                                          <p:tavLst>
                                            <p:tav tm="0">
                                              <p:val>
                                                <p:strVal val="#ppt_y"/>
                                              </p:val>
                                            </p:tav>
                                            <p:tav tm="100000">
                                              <p:val>
                                                <p:strVal val="#ppt_y"/>
                                              </p:val>
                                            </p:tav>
                                          </p:tavLst>
                                        </p:anim>
                                      </p:childTnLst>
                                    </p:cTn>
                                  </p:par>
                                  <p:par>
                                    <p:cTn id="9" presetID="2" presetClass="entr" presetSubtype="8" fill="hold" grpId="0" nodeType="withEffect" p14:presetBounceEnd="75000">
                                      <p:stCondLst>
                                        <p:cond delay="0"/>
                                      </p:stCondLst>
                                      <p:childTnLst>
                                        <p:set>
                                          <p:cBhvr>
                                            <p:cTn id="10" dur="1" fill="hold">
                                              <p:stCondLst>
                                                <p:cond delay="0"/>
                                              </p:stCondLst>
                                            </p:cTn>
                                            <p:tgtEl>
                                              <p:spTgt spid="788"/>
                                            </p:tgtEl>
                                            <p:attrNameLst>
                                              <p:attrName>style.visibility</p:attrName>
                                            </p:attrNameLst>
                                          </p:cBhvr>
                                          <p:to>
                                            <p:strVal val="visible"/>
                                          </p:to>
                                        </p:set>
                                        <p:anim calcmode="lin" valueType="num" p14:bounceEnd="75000">
                                          <p:cBhvr additive="base">
                                            <p:cTn id="11" dur="2000" fill="hold"/>
                                            <p:tgtEl>
                                              <p:spTgt spid="788"/>
                                            </p:tgtEl>
                                            <p:attrNameLst>
                                              <p:attrName>ppt_x</p:attrName>
                                            </p:attrNameLst>
                                          </p:cBhvr>
                                          <p:tavLst>
                                            <p:tav tm="0">
                                              <p:val>
                                                <p:strVal val="0-#ppt_w/2"/>
                                              </p:val>
                                            </p:tav>
                                            <p:tav tm="100000">
                                              <p:val>
                                                <p:strVal val="#ppt_x"/>
                                              </p:val>
                                            </p:tav>
                                          </p:tavLst>
                                        </p:anim>
                                        <p:anim calcmode="lin" valueType="num" p14:bounceEnd="75000">
                                          <p:cBhvr additive="base">
                                            <p:cTn id="12" dur="2000" fill="hold"/>
                                            <p:tgtEl>
                                              <p:spTgt spid="788"/>
                                            </p:tgtEl>
                                            <p:attrNameLst>
                                              <p:attrName>ppt_y</p:attrName>
                                            </p:attrNameLst>
                                          </p:cBhvr>
                                          <p:tavLst>
                                            <p:tav tm="0">
                                              <p:val>
                                                <p:strVal val="#ppt_y"/>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5" presetID="2" presetClass="entr" presetSubtype="8" fill="hold" nodeType="clickEffect" p14:presetBounceEnd="75000">
                                      <p:stCondLst>
                                        <p:cond delay="0"/>
                                      </p:stCondLst>
                                      <p:childTnLst>
                                        <p:set>
                                          <p:cBhvr>
                                            <p:cTn id="16" dur="1" fill="hold">
                                              <p:stCondLst>
                                                <p:cond delay="0"/>
                                              </p:stCondLst>
                                            </p:cTn>
                                            <p:tgtEl>
                                              <p:spTgt spid="2"/>
                                            </p:tgtEl>
                                            <p:attrNameLst>
                                              <p:attrName>style.visibility</p:attrName>
                                            </p:attrNameLst>
                                          </p:cBhvr>
                                          <p:to>
                                            <p:strVal val="visible"/>
                                          </p:to>
                                        </p:set>
                                        <p:anim calcmode="lin" valueType="num" p14:bounceEnd="75000">
                                          <p:cBhvr additive="base">
                                            <p:cTn id="17" dur="2000" fill="hold"/>
                                            <p:tgtEl>
                                              <p:spTgt spid="2"/>
                                            </p:tgtEl>
                                            <p:attrNameLst>
                                              <p:attrName>ppt_x</p:attrName>
                                            </p:attrNameLst>
                                          </p:cBhvr>
                                          <p:tavLst>
                                            <p:tav tm="0">
                                              <p:val>
                                                <p:strVal val="0-#ppt_w/2"/>
                                              </p:val>
                                            </p:tav>
                                            <p:tav tm="100000">
                                              <p:val>
                                                <p:strVal val="#ppt_x"/>
                                              </p:val>
                                            </p:tav>
                                          </p:tavLst>
                                        </p:anim>
                                        <p:anim calcmode="lin" valueType="num" p14:bounceEnd="75000">
                                          <p:cBhvr additive="base">
                                            <p:cTn id="18" dur="2000" fill="hold"/>
                                            <p:tgtEl>
                                              <p:spTgt spid="2"/>
                                            </p:tgtEl>
                                            <p:attrNameLst>
                                              <p:attrName>ppt_y</p:attrName>
                                            </p:attrNameLst>
                                          </p:cBhvr>
                                          <p:tavLst>
                                            <p:tav tm="0">
                                              <p:val>
                                                <p:strVal val="#ppt_y"/>
                                              </p:val>
                                            </p:tav>
                                            <p:tav tm="100000">
                                              <p:val>
                                                <p:strVal val="#ppt_y"/>
                                              </p:val>
                                            </p:tav>
                                          </p:tavLst>
                                        </p:anim>
                                      </p:childTnLst>
                                    </p:cTn>
                                  </p:par>
                                </p:childTnLst>
                              </p:cTn>
                            </p:par>
                          </p:childTnLst>
                        </p:cTn>
                      </p:par>
                      <p:par>
                        <p:cTn id="19" fill="hold">
                          <p:stCondLst>
                            <p:cond delay="indefinite"/>
                          </p:stCondLst>
                          <p:childTnLst>
                            <p:par>
                              <p:cTn id="20" fill="hold">
                                <p:stCondLst>
                                  <p:cond delay="0"/>
                                </p:stCondLst>
                                <p:childTnLst>
                                  <p:par>
                                    <p:cTn id="21" presetID="2" presetClass="entr" presetSubtype="8" fill="hold" nodeType="clickEffect" p14:presetBounceEnd="75000">
                                      <p:stCondLst>
                                        <p:cond delay="0"/>
                                      </p:stCondLst>
                                      <p:childTnLst>
                                        <p:set>
                                          <p:cBhvr>
                                            <p:cTn id="22" dur="1" fill="hold">
                                              <p:stCondLst>
                                                <p:cond delay="0"/>
                                              </p:stCondLst>
                                            </p:cTn>
                                            <p:tgtEl>
                                              <p:spTgt spid="4"/>
                                            </p:tgtEl>
                                            <p:attrNameLst>
                                              <p:attrName>style.visibility</p:attrName>
                                            </p:attrNameLst>
                                          </p:cBhvr>
                                          <p:to>
                                            <p:strVal val="visible"/>
                                          </p:to>
                                        </p:set>
                                        <p:anim calcmode="lin" valueType="num" p14:bounceEnd="75000">
                                          <p:cBhvr additive="base">
                                            <p:cTn id="23" dur="2000" fill="hold"/>
                                            <p:tgtEl>
                                              <p:spTgt spid="4"/>
                                            </p:tgtEl>
                                            <p:attrNameLst>
                                              <p:attrName>ppt_x</p:attrName>
                                            </p:attrNameLst>
                                          </p:cBhvr>
                                          <p:tavLst>
                                            <p:tav tm="0">
                                              <p:val>
                                                <p:strVal val="0-#ppt_w/2"/>
                                              </p:val>
                                            </p:tav>
                                            <p:tav tm="100000">
                                              <p:val>
                                                <p:strVal val="#ppt_x"/>
                                              </p:val>
                                            </p:tav>
                                          </p:tavLst>
                                        </p:anim>
                                        <p:anim calcmode="lin" valueType="num" p14:bounceEnd="75000">
                                          <p:cBhvr additive="base">
                                            <p:cTn id="24" dur="2000" fill="hold"/>
                                            <p:tgtEl>
                                              <p:spTgt spid="4"/>
                                            </p:tgtEl>
                                            <p:attrNameLst>
                                              <p:attrName>ppt_y</p:attrName>
                                            </p:attrNameLst>
                                          </p:cBhvr>
                                          <p:tavLst>
                                            <p:tav tm="0">
                                              <p:val>
                                                <p:strVal val="#ppt_y"/>
                                              </p:val>
                                            </p:tav>
                                            <p:tav tm="100000">
                                              <p:val>
                                                <p:strVal val="#ppt_y"/>
                                              </p:val>
                                            </p:tav>
                                          </p:tavLst>
                                        </p:anim>
                                      </p:childTnLst>
                                    </p:cTn>
                                  </p:par>
                                </p:childTnLst>
                              </p:cTn>
                            </p:par>
                          </p:childTnLst>
                        </p:cTn>
                      </p:par>
                      <p:par>
                        <p:cTn id="25" fill="hold">
                          <p:stCondLst>
                            <p:cond delay="indefinite"/>
                          </p:stCondLst>
                          <p:childTnLst>
                            <p:par>
                              <p:cTn id="26" fill="hold">
                                <p:stCondLst>
                                  <p:cond delay="0"/>
                                </p:stCondLst>
                                <p:childTnLst>
                                  <p:par>
                                    <p:cTn id="27" presetID="2" presetClass="entr" presetSubtype="8" fill="hold" nodeType="clickEffect" p14:presetBounceEnd="75000">
                                      <p:stCondLst>
                                        <p:cond delay="0"/>
                                      </p:stCondLst>
                                      <p:childTnLst>
                                        <p:set>
                                          <p:cBhvr>
                                            <p:cTn id="28" dur="1" fill="hold">
                                              <p:stCondLst>
                                                <p:cond delay="0"/>
                                              </p:stCondLst>
                                            </p:cTn>
                                            <p:tgtEl>
                                              <p:spTgt spid="5"/>
                                            </p:tgtEl>
                                            <p:attrNameLst>
                                              <p:attrName>style.visibility</p:attrName>
                                            </p:attrNameLst>
                                          </p:cBhvr>
                                          <p:to>
                                            <p:strVal val="visible"/>
                                          </p:to>
                                        </p:set>
                                        <p:anim calcmode="lin" valueType="num" p14:bounceEnd="75000">
                                          <p:cBhvr additive="base">
                                            <p:cTn id="29" dur="2000" fill="hold"/>
                                            <p:tgtEl>
                                              <p:spTgt spid="5"/>
                                            </p:tgtEl>
                                            <p:attrNameLst>
                                              <p:attrName>ppt_x</p:attrName>
                                            </p:attrNameLst>
                                          </p:cBhvr>
                                          <p:tavLst>
                                            <p:tav tm="0">
                                              <p:val>
                                                <p:strVal val="0-#ppt_w/2"/>
                                              </p:val>
                                            </p:tav>
                                            <p:tav tm="100000">
                                              <p:val>
                                                <p:strVal val="#ppt_x"/>
                                              </p:val>
                                            </p:tav>
                                          </p:tavLst>
                                        </p:anim>
                                        <p:anim calcmode="lin" valueType="num" p14:bounceEnd="75000">
                                          <p:cBhvr additive="base">
                                            <p:cTn id="30" dur="2000" fill="hold"/>
                                            <p:tgtEl>
                                              <p:spTgt spid="5"/>
                                            </p:tgtEl>
                                            <p:attrNameLst>
                                              <p:attrName>ppt_y</p:attrName>
                                            </p:attrNameLst>
                                          </p:cBhvr>
                                          <p:tavLst>
                                            <p:tav tm="0">
                                              <p:val>
                                                <p:strVal val="#ppt_y"/>
                                              </p:val>
                                            </p:tav>
                                            <p:tav tm="100000">
                                              <p:val>
                                                <p:strVal val="#ppt_y"/>
                                              </p:val>
                                            </p:tav>
                                          </p:tavLst>
                                        </p:anim>
                                      </p:childTnLst>
                                    </p:cTn>
                                  </p:par>
                                </p:childTnLst>
                              </p:cTn>
                            </p:par>
                          </p:childTnLst>
                        </p:cTn>
                      </p:par>
                      <p:par>
                        <p:cTn id="31" fill="hold">
                          <p:stCondLst>
                            <p:cond delay="indefinite"/>
                          </p:stCondLst>
                          <p:childTnLst>
                            <p:par>
                              <p:cTn id="32" fill="hold">
                                <p:stCondLst>
                                  <p:cond delay="0"/>
                                </p:stCondLst>
                                <p:childTnLst>
                                  <p:par>
                                    <p:cTn id="33" presetID="2" presetClass="entr" presetSubtype="8" fill="hold" nodeType="clickEffect" p14:presetBounceEnd="75000">
                                      <p:stCondLst>
                                        <p:cond delay="0"/>
                                      </p:stCondLst>
                                      <p:childTnLst>
                                        <p:set>
                                          <p:cBhvr>
                                            <p:cTn id="34" dur="1" fill="hold">
                                              <p:stCondLst>
                                                <p:cond delay="0"/>
                                              </p:stCondLst>
                                            </p:cTn>
                                            <p:tgtEl>
                                              <p:spTgt spid="6"/>
                                            </p:tgtEl>
                                            <p:attrNameLst>
                                              <p:attrName>style.visibility</p:attrName>
                                            </p:attrNameLst>
                                          </p:cBhvr>
                                          <p:to>
                                            <p:strVal val="visible"/>
                                          </p:to>
                                        </p:set>
                                        <p:anim calcmode="lin" valueType="num" p14:bounceEnd="75000">
                                          <p:cBhvr additive="base">
                                            <p:cTn id="35" dur="2000" fill="hold"/>
                                            <p:tgtEl>
                                              <p:spTgt spid="6"/>
                                            </p:tgtEl>
                                            <p:attrNameLst>
                                              <p:attrName>ppt_x</p:attrName>
                                            </p:attrNameLst>
                                          </p:cBhvr>
                                          <p:tavLst>
                                            <p:tav tm="0">
                                              <p:val>
                                                <p:strVal val="0-#ppt_w/2"/>
                                              </p:val>
                                            </p:tav>
                                            <p:tav tm="100000">
                                              <p:val>
                                                <p:strVal val="#ppt_x"/>
                                              </p:val>
                                            </p:tav>
                                          </p:tavLst>
                                        </p:anim>
                                        <p:anim calcmode="lin" valueType="num" p14:bounceEnd="75000">
                                          <p:cBhvr additive="base">
                                            <p:cTn id="36" dur="2000" fill="hold"/>
                                            <p:tgtEl>
                                              <p:spTgt spid="6"/>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78" grpId="0" animBg="1"/>
          <p:bldP spid="788" grpId="0"/>
        </p:bldLst>
      </p:timing>
    </mc:Choice>
    <mc:Fallback xmlns="">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8" fill="hold" grpId="0" nodeType="withEffect">
                                      <p:stCondLst>
                                        <p:cond delay="0"/>
                                      </p:stCondLst>
                                      <p:childTnLst>
                                        <p:set>
                                          <p:cBhvr>
                                            <p:cTn id="6" dur="1" fill="hold">
                                              <p:stCondLst>
                                                <p:cond delay="0"/>
                                              </p:stCondLst>
                                            </p:cTn>
                                            <p:tgtEl>
                                              <p:spTgt spid="778"/>
                                            </p:tgtEl>
                                            <p:attrNameLst>
                                              <p:attrName>style.visibility</p:attrName>
                                            </p:attrNameLst>
                                          </p:cBhvr>
                                          <p:to>
                                            <p:strVal val="visible"/>
                                          </p:to>
                                        </p:set>
                                        <p:anim calcmode="lin" valueType="num">
                                          <p:cBhvr additive="base">
                                            <p:cTn id="7" dur="2000" fill="hold"/>
                                            <p:tgtEl>
                                              <p:spTgt spid="778"/>
                                            </p:tgtEl>
                                            <p:attrNameLst>
                                              <p:attrName>ppt_x</p:attrName>
                                            </p:attrNameLst>
                                          </p:cBhvr>
                                          <p:tavLst>
                                            <p:tav tm="0">
                                              <p:val>
                                                <p:strVal val="0-#ppt_w/2"/>
                                              </p:val>
                                            </p:tav>
                                            <p:tav tm="100000">
                                              <p:val>
                                                <p:strVal val="#ppt_x"/>
                                              </p:val>
                                            </p:tav>
                                          </p:tavLst>
                                        </p:anim>
                                        <p:anim calcmode="lin" valueType="num">
                                          <p:cBhvr additive="base">
                                            <p:cTn id="8" dur="2000" fill="hold"/>
                                            <p:tgtEl>
                                              <p:spTgt spid="778"/>
                                            </p:tgtEl>
                                            <p:attrNameLst>
                                              <p:attrName>ppt_y</p:attrName>
                                            </p:attrNameLst>
                                          </p:cBhvr>
                                          <p:tavLst>
                                            <p:tav tm="0">
                                              <p:val>
                                                <p:strVal val="#ppt_y"/>
                                              </p:val>
                                            </p:tav>
                                            <p:tav tm="100000">
                                              <p:val>
                                                <p:strVal val="#ppt_y"/>
                                              </p:val>
                                            </p:tav>
                                          </p:tavLst>
                                        </p:anim>
                                      </p:childTnLst>
                                    </p:cTn>
                                  </p:par>
                                  <p:par>
                                    <p:cTn id="9" presetID="2" presetClass="entr" presetSubtype="8" fill="hold" grpId="0" nodeType="withEffect">
                                      <p:stCondLst>
                                        <p:cond delay="0"/>
                                      </p:stCondLst>
                                      <p:childTnLst>
                                        <p:set>
                                          <p:cBhvr>
                                            <p:cTn id="10" dur="1" fill="hold">
                                              <p:stCondLst>
                                                <p:cond delay="0"/>
                                              </p:stCondLst>
                                            </p:cTn>
                                            <p:tgtEl>
                                              <p:spTgt spid="788"/>
                                            </p:tgtEl>
                                            <p:attrNameLst>
                                              <p:attrName>style.visibility</p:attrName>
                                            </p:attrNameLst>
                                          </p:cBhvr>
                                          <p:to>
                                            <p:strVal val="visible"/>
                                          </p:to>
                                        </p:set>
                                        <p:anim calcmode="lin" valueType="num">
                                          <p:cBhvr additive="base">
                                            <p:cTn id="11" dur="2000" fill="hold"/>
                                            <p:tgtEl>
                                              <p:spTgt spid="788"/>
                                            </p:tgtEl>
                                            <p:attrNameLst>
                                              <p:attrName>ppt_x</p:attrName>
                                            </p:attrNameLst>
                                          </p:cBhvr>
                                          <p:tavLst>
                                            <p:tav tm="0">
                                              <p:val>
                                                <p:strVal val="0-#ppt_w/2"/>
                                              </p:val>
                                            </p:tav>
                                            <p:tav tm="100000">
                                              <p:val>
                                                <p:strVal val="#ppt_x"/>
                                              </p:val>
                                            </p:tav>
                                          </p:tavLst>
                                        </p:anim>
                                        <p:anim calcmode="lin" valueType="num">
                                          <p:cBhvr additive="base">
                                            <p:cTn id="12" dur="2000" fill="hold"/>
                                            <p:tgtEl>
                                              <p:spTgt spid="788"/>
                                            </p:tgtEl>
                                            <p:attrNameLst>
                                              <p:attrName>ppt_y</p:attrName>
                                            </p:attrNameLst>
                                          </p:cBhvr>
                                          <p:tavLst>
                                            <p:tav tm="0">
                                              <p:val>
                                                <p:strVal val="#ppt_y"/>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5" presetID="2" presetClass="entr" presetSubtype="8" fill="hold" nodeType="clickEffect">
                                      <p:stCondLst>
                                        <p:cond delay="0"/>
                                      </p:stCondLst>
                                      <p:childTnLst>
                                        <p:set>
                                          <p:cBhvr>
                                            <p:cTn id="16" dur="1" fill="hold">
                                              <p:stCondLst>
                                                <p:cond delay="0"/>
                                              </p:stCondLst>
                                            </p:cTn>
                                            <p:tgtEl>
                                              <p:spTgt spid="2"/>
                                            </p:tgtEl>
                                            <p:attrNameLst>
                                              <p:attrName>style.visibility</p:attrName>
                                            </p:attrNameLst>
                                          </p:cBhvr>
                                          <p:to>
                                            <p:strVal val="visible"/>
                                          </p:to>
                                        </p:set>
                                        <p:anim calcmode="lin" valueType="num">
                                          <p:cBhvr additive="base">
                                            <p:cTn id="17" dur="2000" fill="hold"/>
                                            <p:tgtEl>
                                              <p:spTgt spid="2"/>
                                            </p:tgtEl>
                                            <p:attrNameLst>
                                              <p:attrName>ppt_x</p:attrName>
                                            </p:attrNameLst>
                                          </p:cBhvr>
                                          <p:tavLst>
                                            <p:tav tm="0">
                                              <p:val>
                                                <p:strVal val="0-#ppt_w/2"/>
                                              </p:val>
                                            </p:tav>
                                            <p:tav tm="100000">
                                              <p:val>
                                                <p:strVal val="#ppt_x"/>
                                              </p:val>
                                            </p:tav>
                                          </p:tavLst>
                                        </p:anim>
                                        <p:anim calcmode="lin" valueType="num">
                                          <p:cBhvr additive="base">
                                            <p:cTn id="18" dur="2000" fill="hold"/>
                                            <p:tgtEl>
                                              <p:spTgt spid="2"/>
                                            </p:tgtEl>
                                            <p:attrNameLst>
                                              <p:attrName>ppt_y</p:attrName>
                                            </p:attrNameLst>
                                          </p:cBhvr>
                                          <p:tavLst>
                                            <p:tav tm="0">
                                              <p:val>
                                                <p:strVal val="#ppt_y"/>
                                              </p:val>
                                            </p:tav>
                                            <p:tav tm="100000">
                                              <p:val>
                                                <p:strVal val="#ppt_y"/>
                                              </p:val>
                                            </p:tav>
                                          </p:tavLst>
                                        </p:anim>
                                      </p:childTnLst>
                                    </p:cTn>
                                  </p:par>
                                </p:childTnLst>
                              </p:cTn>
                            </p:par>
                          </p:childTnLst>
                        </p:cTn>
                      </p:par>
                      <p:par>
                        <p:cTn id="19" fill="hold">
                          <p:stCondLst>
                            <p:cond delay="indefinite"/>
                          </p:stCondLst>
                          <p:childTnLst>
                            <p:par>
                              <p:cTn id="20" fill="hold">
                                <p:stCondLst>
                                  <p:cond delay="0"/>
                                </p:stCondLst>
                                <p:childTnLst>
                                  <p:par>
                                    <p:cTn id="21" presetID="2" presetClass="entr" presetSubtype="8" fill="hold" nodeType="clickEffect">
                                      <p:stCondLst>
                                        <p:cond delay="0"/>
                                      </p:stCondLst>
                                      <p:childTnLst>
                                        <p:set>
                                          <p:cBhvr>
                                            <p:cTn id="22" dur="1" fill="hold">
                                              <p:stCondLst>
                                                <p:cond delay="0"/>
                                              </p:stCondLst>
                                            </p:cTn>
                                            <p:tgtEl>
                                              <p:spTgt spid="4"/>
                                            </p:tgtEl>
                                            <p:attrNameLst>
                                              <p:attrName>style.visibility</p:attrName>
                                            </p:attrNameLst>
                                          </p:cBhvr>
                                          <p:to>
                                            <p:strVal val="visible"/>
                                          </p:to>
                                        </p:set>
                                        <p:anim calcmode="lin" valueType="num">
                                          <p:cBhvr additive="base">
                                            <p:cTn id="23" dur="2000" fill="hold"/>
                                            <p:tgtEl>
                                              <p:spTgt spid="4"/>
                                            </p:tgtEl>
                                            <p:attrNameLst>
                                              <p:attrName>ppt_x</p:attrName>
                                            </p:attrNameLst>
                                          </p:cBhvr>
                                          <p:tavLst>
                                            <p:tav tm="0">
                                              <p:val>
                                                <p:strVal val="0-#ppt_w/2"/>
                                              </p:val>
                                            </p:tav>
                                            <p:tav tm="100000">
                                              <p:val>
                                                <p:strVal val="#ppt_x"/>
                                              </p:val>
                                            </p:tav>
                                          </p:tavLst>
                                        </p:anim>
                                        <p:anim calcmode="lin" valueType="num">
                                          <p:cBhvr additive="base">
                                            <p:cTn id="24" dur="2000" fill="hold"/>
                                            <p:tgtEl>
                                              <p:spTgt spid="4"/>
                                            </p:tgtEl>
                                            <p:attrNameLst>
                                              <p:attrName>ppt_y</p:attrName>
                                            </p:attrNameLst>
                                          </p:cBhvr>
                                          <p:tavLst>
                                            <p:tav tm="0">
                                              <p:val>
                                                <p:strVal val="#ppt_y"/>
                                              </p:val>
                                            </p:tav>
                                            <p:tav tm="100000">
                                              <p:val>
                                                <p:strVal val="#ppt_y"/>
                                              </p:val>
                                            </p:tav>
                                          </p:tavLst>
                                        </p:anim>
                                      </p:childTnLst>
                                    </p:cTn>
                                  </p:par>
                                </p:childTnLst>
                              </p:cTn>
                            </p:par>
                          </p:childTnLst>
                        </p:cTn>
                      </p:par>
                      <p:par>
                        <p:cTn id="25" fill="hold">
                          <p:stCondLst>
                            <p:cond delay="indefinite"/>
                          </p:stCondLst>
                          <p:childTnLst>
                            <p:par>
                              <p:cTn id="26" fill="hold">
                                <p:stCondLst>
                                  <p:cond delay="0"/>
                                </p:stCondLst>
                                <p:childTnLst>
                                  <p:par>
                                    <p:cTn id="27" presetID="2" presetClass="entr" presetSubtype="8" fill="hold" nodeType="clickEffect">
                                      <p:stCondLst>
                                        <p:cond delay="0"/>
                                      </p:stCondLst>
                                      <p:childTnLst>
                                        <p:set>
                                          <p:cBhvr>
                                            <p:cTn id="28" dur="1" fill="hold">
                                              <p:stCondLst>
                                                <p:cond delay="0"/>
                                              </p:stCondLst>
                                            </p:cTn>
                                            <p:tgtEl>
                                              <p:spTgt spid="5"/>
                                            </p:tgtEl>
                                            <p:attrNameLst>
                                              <p:attrName>style.visibility</p:attrName>
                                            </p:attrNameLst>
                                          </p:cBhvr>
                                          <p:to>
                                            <p:strVal val="visible"/>
                                          </p:to>
                                        </p:set>
                                        <p:anim calcmode="lin" valueType="num">
                                          <p:cBhvr additive="base">
                                            <p:cTn id="29" dur="2000" fill="hold"/>
                                            <p:tgtEl>
                                              <p:spTgt spid="5"/>
                                            </p:tgtEl>
                                            <p:attrNameLst>
                                              <p:attrName>ppt_x</p:attrName>
                                            </p:attrNameLst>
                                          </p:cBhvr>
                                          <p:tavLst>
                                            <p:tav tm="0">
                                              <p:val>
                                                <p:strVal val="0-#ppt_w/2"/>
                                              </p:val>
                                            </p:tav>
                                            <p:tav tm="100000">
                                              <p:val>
                                                <p:strVal val="#ppt_x"/>
                                              </p:val>
                                            </p:tav>
                                          </p:tavLst>
                                        </p:anim>
                                        <p:anim calcmode="lin" valueType="num">
                                          <p:cBhvr additive="base">
                                            <p:cTn id="30" dur="2000" fill="hold"/>
                                            <p:tgtEl>
                                              <p:spTgt spid="5"/>
                                            </p:tgtEl>
                                            <p:attrNameLst>
                                              <p:attrName>ppt_y</p:attrName>
                                            </p:attrNameLst>
                                          </p:cBhvr>
                                          <p:tavLst>
                                            <p:tav tm="0">
                                              <p:val>
                                                <p:strVal val="#ppt_y"/>
                                              </p:val>
                                            </p:tav>
                                            <p:tav tm="100000">
                                              <p:val>
                                                <p:strVal val="#ppt_y"/>
                                              </p:val>
                                            </p:tav>
                                          </p:tavLst>
                                        </p:anim>
                                      </p:childTnLst>
                                    </p:cTn>
                                  </p:par>
                                </p:childTnLst>
                              </p:cTn>
                            </p:par>
                          </p:childTnLst>
                        </p:cTn>
                      </p:par>
                      <p:par>
                        <p:cTn id="31" fill="hold">
                          <p:stCondLst>
                            <p:cond delay="indefinite"/>
                          </p:stCondLst>
                          <p:childTnLst>
                            <p:par>
                              <p:cTn id="32" fill="hold">
                                <p:stCondLst>
                                  <p:cond delay="0"/>
                                </p:stCondLst>
                                <p:childTnLst>
                                  <p:par>
                                    <p:cTn id="33" presetID="2" presetClass="entr" presetSubtype="8" fill="hold" nodeType="clickEffect">
                                      <p:stCondLst>
                                        <p:cond delay="0"/>
                                      </p:stCondLst>
                                      <p:childTnLst>
                                        <p:set>
                                          <p:cBhvr>
                                            <p:cTn id="34" dur="1" fill="hold">
                                              <p:stCondLst>
                                                <p:cond delay="0"/>
                                              </p:stCondLst>
                                            </p:cTn>
                                            <p:tgtEl>
                                              <p:spTgt spid="6"/>
                                            </p:tgtEl>
                                            <p:attrNameLst>
                                              <p:attrName>style.visibility</p:attrName>
                                            </p:attrNameLst>
                                          </p:cBhvr>
                                          <p:to>
                                            <p:strVal val="visible"/>
                                          </p:to>
                                        </p:set>
                                        <p:anim calcmode="lin" valueType="num">
                                          <p:cBhvr additive="base">
                                            <p:cTn id="35" dur="2000" fill="hold"/>
                                            <p:tgtEl>
                                              <p:spTgt spid="6"/>
                                            </p:tgtEl>
                                            <p:attrNameLst>
                                              <p:attrName>ppt_x</p:attrName>
                                            </p:attrNameLst>
                                          </p:cBhvr>
                                          <p:tavLst>
                                            <p:tav tm="0">
                                              <p:val>
                                                <p:strVal val="0-#ppt_w/2"/>
                                              </p:val>
                                            </p:tav>
                                            <p:tav tm="100000">
                                              <p:val>
                                                <p:strVal val="#ppt_x"/>
                                              </p:val>
                                            </p:tav>
                                          </p:tavLst>
                                        </p:anim>
                                        <p:anim calcmode="lin" valueType="num">
                                          <p:cBhvr additive="base">
                                            <p:cTn id="36" dur="2000" fill="hold"/>
                                            <p:tgtEl>
                                              <p:spTgt spid="6"/>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78" grpId="0" animBg="1"/>
          <p:bldP spid="788" grpId="0"/>
        </p:bldLst>
      </p:timing>
    </mc:Fallback>
  </mc:AlternateContent>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31" name="Freeform 30"/>
          <p:cNvSpPr/>
          <p:nvPr/>
        </p:nvSpPr>
        <p:spPr>
          <a:xfrm>
            <a:off x="2" y="-1"/>
            <a:ext cx="12191998" cy="6857999"/>
          </a:xfrm>
          <a:custGeom>
            <a:avLst/>
            <a:gdLst>
              <a:gd name="connsiteX0" fmla="*/ 9582809 w 12191998"/>
              <a:gd name="connsiteY0" fmla="*/ 4487916 h 6857999"/>
              <a:gd name="connsiteX1" fmla="*/ 8886495 w 12191998"/>
              <a:gd name="connsiteY1" fmla="*/ 5460123 h 6857999"/>
              <a:gd name="connsiteX2" fmla="*/ 9582809 w 12191998"/>
              <a:gd name="connsiteY2" fmla="*/ 6432330 h 6857999"/>
              <a:gd name="connsiteX3" fmla="*/ 10565519 w 12191998"/>
              <a:gd name="connsiteY3" fmla="*/ 6432330 h 6857999"/>
              <a:gd name="connsiteX4" fmla="*/ 11261833 w 12191998"/>
              <a:gd name="connsiteY4" fmla="*/ 5460123 h 6857999"/>
              <a:gd name="connsiteX5" fmla="*/ 10565519 w 12191998"/>
              <a:gd name="connsiteY5" fmla="*/ 4487916 h 6857999"/>
              <a:gd name="connsiteX6" fmla="*/ 6124905 w 12191998"/>
              <a:gd name="connsiteY6" fmla="*/ 4487916 h 6857999"/>
              <a:gd name="connsiteX7" fmla="*/ 5428592 w 12191998"/>
              <a:gd name="connsiteY7" fmla="*/ 5460123 h 6857999"/>
              <a:gd name="connsiteX8" fmla="*/ 6124905 w 12191998"/>
              <a:gd name="connsiteY8" fmla="*/ 6432330 h 6857999"/>
              <a:gd name="connsiteX9" fmla="*/ 7107615 w 12191998"/>
              <a:gd name="connsiteY9" fmla="*/ 6432330 h 6857999"/>
              <a:gd name="connsiteX10" fmla="*/ 7803929 w 12191998"/>
              <a:gd name="connsiteY10" fmla="*/ 5460123 h 6857999"/>
              <a:gd name="connsiteX11" fmla="*/ 7107615 w 12191998"/>
              <a:gd name="connsiteY11" fmla="*/ 4487916 h 6857999"/>
              <a:gd name="connsiteX12" fmla="*/ 7853857 w 12191998"/>
              <a:gd name="connsiteY12" fmla="*/ 3515709 h 6857999"/>
              <a:gd name="connsiteX13" fmla="*/ 7157543 w 12191998"/>
              <a:gd name="connsiteY13" fmla="*/ 4487916 h 6857999"/>
              <a:gd name="connsiteX14" fmla="*/ 7853857 w 12191998"/>
              <a:gd name="connsiteY14" fmla="*/ 5460123 h 6857999"/>
              <a:gd name="connsiteX15" fmla="*/ 8836567 w 12191998"/>
              <a:gd name="connsiteY15" fmla="*/ 5460123 h 6857999"/>
              <a:gd name="connsiteX16" fmla="*/ 9532881 w 12191998"/>
              <a:gd name="connsiteY16" fmla="*/ 4487916 h 6857999"/>
              <a:gd name="connsiteX17" fmla="*/ 8836567 w 12191998"/>
              <a:gd name="connsiteY17" fmla="*/ 3515709 h 6857999"/>
              <a:gd name="connsiteX18" fmla="*/ 9582809 w 12191998"/>
              <a:gd name="connsiteY18" fmla="*/ 2456792 h 6857999"/>
              <a:gd name="connsiteX19" fmla="*/ 8886495 w 12191998"/>
              <a:gd name="connsiteY19" fmla="*/ 3428999 h 6857999"/>
              <a:gd name="connsiteX20" fmla="*/ 9582809 w 12191998"/>
              <a:gd name="connsiteY20" fmla="*/ 4401206 h 6857999"/>
              <a:gd name="connsiteX21" fmla="*/ 10565519 w 12191998"/>
              <a:gd name="connsiteY21" fmla="*/ 4401206 h 6857999"/>
              <a:gd name="connsiteX22" fmla="*/ 11261833 w 12191998"/>
              <a:gd name="connsiteY22" fmla="*/ 3428999 h 6857999"/>
              <a:gd name="connsiteX23" fmla="*/ 10565519 w 12191998"/>
              <a:gd name="connsiteY23" fmla="*/ 2456792 h 6857999"/>
              <a:gd name="connsiteX24" fmla="*/ 6124905 w 12191998"/>
              <a:gd name="connsiteY24" fmla="*/ 2456792 h 6857999"/>
              <a:gd name="connsiteX25" fmla="*/ 5428592 w 12191998"/>
              <a:gd name="connsiteY25" fmla="*/ 3428999 h 6857999"/>
              <a:gd name="connsiteX26" fmla="*/ 6124905 w 12191998"/>
              <a:gd name="connsiteY26" fmla="*/ 4401206 h 6857999"/>
              <a:gd name="connsiteX27" fmla="*/ 7107615 w 12191998"/>
              <a:gd name="connsiteY27" fmla="*/ 4401206 h 6857999"/>
              <a:gd name="connsiteX28" fmla="*/ 7803929 w 12191998"/>
              <a:gd name="connsiteY28" fmla="*/ 3428999 h 6857999"/>
              <a:gd name="connsiteX29" fmla="*/ 7107615 w 12191998"/>
              <a:gd name="connsiteY29" fmla="*/ 2456792 h 6857999"/>
              <a:gd name="connsiteX30" fmla="*/ 7853857 w 12191998"/>
              <a:gd name="connsiteY30" fmla="*/ 1484585 h 6857999"/>
              <a:gd name="connsiteX31" fmla="*/ 7157543 w 12191998"/>
              <a:gd name="connsiteY31" fmla="*/ 2456792 h 6857999"/>
              <a:gd name="connsiteX32" fmla="*/ 7853857 w 12191998"/>
              <a:gd name="connsiteY32" fmla="*/ 3428999 h 6857999"/>
              <a:gd name="connsiteX33" fmla="*/ 8836567 w 12191998"/>
              <a:gd name="connsiteY33" fmla="*/ 3428999 h 6857999"/>
              <a:gd name="connsiteX34" fmla="*/ 9532881 w 12191998"/>
              <a:gd name="connsiteY34" fmla="*/ 2456792 h 6857999"/>
              <a:gd name="connsiteX35" fmla="*/ 8836567 w 12191998"/>
              <a:gd name="connsiteY35" fmla="*/ 1484585 h 6857999"/>
              <a:gd name="connsiteX36" fmla="*/ 9582809 w 12191998"/>
              <a:gd name="connsiteY36" fmla="*/ 425669 h 6857999"/>
              <a:gd name="connsiteX37" fmla="*/ 8886495 w 12191998"/>
              <a:gd name="connsiteY37" fmla="*/ 1397877 h 6857999"/>
              <a:gd name="connsiteX38" fmla="*/ 9582809 w 12191998"/>
              <a:gd name="connsiteY38" fmla="*/ 2370083 h 6857999"/>
              <a:gd name="connsiteX39" fmla="*/ 10565519 w 12191998"/>
              <a:gd name="connsiteY39" fmla="*/ 2370083 h 6857999"/>
              <a:gd name="connsiteX40" fmla="*/ 11261833 w 12191998"/>
              <a:gd name="connsiteY40" fmla="*/ 1397877 h 6857999"/>
              <a:gd name="connsiteX41" fmla="*/ 10565519 w 12191998"/>
              <a:gd name="connsiteY41" fmla="*/ 425669 h 6857999"/>
              <a:gd name="connsiteX42" fmla="*/ 0 w 12191998"/>
              <a:gd name="connsiteY42" fmla="*/ 0 h 6857999"/>
              <a:gd name="connsiteX43" fmla="*/ 10920320 w 12191998"/>
              <a:gd name="connsiteY43" fmla="*/ 0 h 6857999"/>
              <a:gd name="connsiteX44" fmla="*/ 10615447 w 12191998"/>
              <a:gd name="connsiteY44" fmla="*/ 425669 h 6857999"/>
              <a:gd name="connsiteX45" fmla="*/ 11311761 w 12191998"/>
              <a:gd name="connsiteY45" fmla="*/ 1397876 h 6857999"/>
              <a:gd name="connsiteX46" fmla="*/ 12191998 w 12191998"/>
              <a:gd name="connsiteY46" fmla="*/ 1397876 h 6857999"/>
              <a:gd name="connsiteX47" fmla="*/ 12191998 w 12191998"/>
              <a:gd name="connsiteY47" fmla="*/ 1484586 h 6857999"/>
              <a:gd name="connsiteX48" fmla="*/ 11311761 w 12191998"/>
              <a:gd name="connsiteY48" fmla="*/ 1484586 h 6857999"/>
              <a:gd name="connsiteX49" fmla="*/ 10615447 w 12191998"/>
              <a:gd name="connsiteY49" fmla="*/ 2456793 h 6857999"/>
              <a:gd name="connsiteX50" fmla="*/ 11311761 w 12191998"/>
              <a:gd name="connsiteY50" fmla="*/ 3428999 h 6857999"/>
              <a:gd name="connsiteX51" fmla="*/ 12191998 w 12191998"/>
              <a:gd name="connsiteY51" fmla="*/ 3428999 h 6857999"/>
              <a:gd name="connsiteX52" fmla="*/ 12191998 w 12191998"/>
              <a:gd name="connsiteY52" fmla="*/ 3515710 h 6857999"/>
              <a:gd name="connsiteX53" fmla="*/ 11311761 w 12191998"/>
              <a:gd name="connsiteY53" fmla="*/ 3515710 h 6857999"/>
              <a:gd name="connsiteX54" fmla="*/ 10615447 w 12191998"/>
              <a:gd name="connsiteY54" fmla="*/ 4487916 h 6857999"/>
              <a:gd name="connsiteX55" fmla="*/ 11311761 w 12191998"/>
              <a:gd name="connsiteY55" fmla="*/ 5460123 h 6857999"/>
              <a:gd name="connsiteX56" fmla="*/ 12191998 w 12191998"/>
              <a:gd name="connsiteY56" fmla="*/ 5460123 h 6857999"/>
              <a:gd name="connsiteX57" fmla="*/ 12191998 w 12191998"/>
              <a:gd name="connsiteY57" fmla="*/ 5546833 h 6857999"/>
              <a:gd name="connsiteX58" fmla="*/ 11311761 w 12191998"/>
              <a:gd name="connsiteY58" fmla="*/ 5546833 h 6857999"/>
              <a:gd name="connsiteX59" fmla="*/ 10615447 w 12191998"/>
              <a:gd name="connsiteY59" fmla="*/ 6519040 h 6857999"/>
              <a:gd name="connsiteX60" fmla="*/ 10858216 w 12191998"/>
              <a:gd name="connsiteY60" fmla="*/ 6857999 h 6857999"/>
              <a:gd name="connsiteX61" fmla="*/ 10808288 w 12191998"/>
              <a:gd name="connsiteY61" fmla="*/ 6857999 h 6857999"/>
              <a:gd name="connsiteX62" fmla="*/ 10565519 w 12191998"/>
              <a:gd name="connsiteY62" fmla="*/ 6519040 h 6857999"/>
              <a:gd name="connsiteX63" fmla="*/ 9582809 w 12191998"/>
              <a:gd name="connsiteY63" fmla="*/ 6519040 h 6857999"/>
              <a:gd name="connsiteX64" fmla="*/ 9340040 w 12191998"/>
              <a:gd name="connsiteY64" fmla="*/ 6857999 h 6857999"/>
              <a:gd name="connsiteX65" fmla="*/ 9290112 w 12191998"/>
              <a:gd name="connsiteY65" fmla="*/ 6857999 h 6857999"/>
              <a:gd name="connsiteX66" fmla="*/ 9532881 w 12191998"/>
              <a:gd name="connsiteY66" fmla="*/ 6519040 h 6857999"/>
              <a:gd name="connsiteX67" fmla="*/ 8836567 w 12191998"/>
              <a:gd name="connsiteY67" fmla="*/ 5546833 h 6857999"/>
              <a:gd name="connsiteX68" fmla="*/ 7853857 w 12191998"/>
              <a:gd name="connsiteY68" fmla="*/ 5546833 h 6857999"/>
              <a:gd name="connsiteX69" fmla="*/ 7157543 w 12191998"/>
              <a:gd name="connsiteY69" fmla="*/ 6519040 h 6857999"/>
              <a:gd name="connsiteX70" fmla="*/ 7400312 w 12191998"/>
              <a:gd name="connsiteY70" fmla="*/ 6857999 h 6857999"/>
              <a:gd name="connsiteX71" fmla="*/ 0 w 12191998"/>
              <a:gd name="connsiteY71" fmla="*/ 6857999 h 685799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Lst>
            <a:rect l="l" t="t" r="r" b="b"/>
            <a:pathLst>
              <a:path w="12191998" h="6857999">
                <a:moveTo>
                  <a:pt x="9582809" y="4487916"/>
                </a:moveTo>
                <a:lnTo>
                  <a:pt x="8886495" y="5460123"/>
                </a:lnTo>
                <a:lnTo>
                  <a:pt x="9582809" y="6432330"/>
                </a:lnTo>
                <a:lnTo>
                  <a:pt x="10565519" y="6432330"/>
                </a:lnTo>
                <a:lnTo>
                  <a:pt x="11261833" y="5460123"/>
                </a:lnTo>
                <a:lnTo>
                  <a:pt x="10565519" y="4487916"/>
                </a:lnTo>
                <a:close/>
                <a:moveTo>
                  <a:pt x="6124905" y="4487916"/>
                </a:moveTo>
                <a:lnTo>
                  <a:pt x="5428592" y="5460123"/>
                </a:lnTo>
                <a:lnTo>
                  <a:pt x="6124905" y="6432330"/>
                </a:lnTo>
                <a:lnTo>
                  <a:pt x="7107615" y="6432330"/>
                </a:lnTo>
                <a:lnTo>
                  <a:pt x="7803929" y="5460123"/>
                </a:lnTo>
                <a:lnTo>
                  <a:pt x="7107615" y="4487916"/>
                </a:lnTo>
                <a:close/>
                <a:moveTo>
                  <a:pt x="7853857" y="3515709"/>
                </a:moveTo>
                <a:lnTo>
                  <a:pt x="7157543" y="4487916"/>
                </a:lnTo>
                <a:lnTo>
                  <a:pt x="7853857" y="5460123"/>
                </a:lnTo>
                <a:lnTo>
                  <a:pt x="8836567" y="5460123"/>
                </a:lnTo>
                <a:lnTo>
                  <a:pt x="9532881" y="4487916"/>
                </a:lnTo>
                <a:lnTo>
                  <a:pt x="8836567" y="3515709"/>
                </a:lnTo>
                <a:close/>
                <a:moveTo>
                  <a:pt x="9582809" y="2456792"/>
                </a:moveTo>
                <a:lnTo>
                  <a:pt x="8886495" y="3428999"/>
                </a:lnTo>
                <a:lnTo>
                  <a:pt x="9582809" y="4401206"/>
                </a:lnTo>
                <a:lnTo>
                  <a:pt x="10565519" y="4401206"/>
                </a:lnTo>
                <a:lnTo>
                  <a:pt x="11261833" y="3428999"/>
                </a:lnTo>
                <a:lnTo>
                  <a:pt x="10565519" y="2456792"/>
                </a:lnTo>
                <a:close/>
                <a:moveTo>
                  <a:pt x="6124905" y="2456792"/>
                </a:moveTo>
                <a:lnTo>
                  <a:pt x="5428592" y="3428999"/>
                </a:lnTo>
                <a:lnTo>
                  <a:pt x="6124905" y="4401206"/>
                </a:lnTo>
                <a:lnTo>
                  <a:pt x="7107615" y="4401206"/>
                </a:lnTo>
                <a:lnTo>
                  <a:pt x="7803929" y="3428999"/>
                </a:lnTo>
                <a:lnTo>
                  <a:pt x="7107615" y="2456792"/>
                </a:lnTo>
                <a:close/>
                <a:moveTo>
                  <a:pt x="7853857" y="1484585"/>
                </a:moveTo>
                <a:lnTo>
                  <a:pt x="7157543" y="2456792"/>
                </a:lnTo>
                <a:lnTo>
                  <a:pt x="7853857" y="3428999"/>
                </a:lnTo>
                <a:lnTo>
                  <a:pt x="8836567" y="3428999"/>
                </a:lnTo>
                <a:lnTo>
                  <a:pt x="9532881" y="2456792"/>
                </a:lnTo>
                <a:lnTo>
                  <a:pt x="8836567" y="1484585"/>
                </a:lnTo>
                <a:close/>
                <a:moveTo>
                  <a:pt x="9582809" y="425669"/>
                </a:moveTo>
                <a:lnTo>
                  <a:pt x="8886495" y="1397877"/>
                </a:lnTo>
                <a:lnTo>
                  <a:pt x="9582809" y="2370083"/>
                </a:lnTo>
                <a:lnTo>
                  <a:pt x="10565519" y="2370083"/>
                </a:lnTo>
                <a:lnTo>
                  <a:pt x="11261833" y="1397877"/>
                </a:lnTo>
                <a:lnTo>
                  <a:pt x="10565519" y="425669"/>
                </a:lnTo>
                <a:close/>
                <a:moveTo>
                  <a:pt x="0" y="0"/>
                </a:moveTo>
                <a:lnTo>
                  <a:pt x="10920320" y="0"/>
                </a:lnTo>
                <a:lnTo>
                  <a:pt x="10615447" y="425669"/>
                </a:lnTo>
                <a:lnTo>
                  <a:pt x="11311761" y="1397876"/>
                </a:lnTo>
                <a:lnTo>
                  <a:pt x="12191998" y="1397876"/>
                </a:lnTo>
                <a:lnTo>
                  <a:pt x="12191998" y="1484586"/>
                </a:lnTo>
                <a:lnTo>
                  <a:pt x="11311761" y="1484586"/>
                </a:lnTo>
                <a:lnTo>
                  <a:pt x="10615447" y="2456793"/>
                </a:lnTo>
                <a:lnTo>
                  <a:pt x="11311761" y="3428999"/>
                </a:lnTo>
                <a:lnTo>
                  <a:pt x="12191998" y="3428999"/>
                </a:lnTo>
                <a:lnTo>
                  <a:pt x="12191998" y="3515710"/>
                </a:lnTo>
                <a:lnTo>
                  <a:pt x="11311761" y="3515710"/>
                </a:lnTo>
                <a:lnTo>
                  <a:pt x="10615447" y="4487916"/>
                </a:lnTo>
                <a:lnTo>
                  <a:pt x="11311761" y="5460123"/>
                </a:lnTo>
                <a:lnTo>
                  <a:pt x="12191998" y="5460123"/>
                </a:lnTo>
                <a:lnTo>
                  <a:pt x="12191998" y="5546833"/>
                </a:lnTo>
                <a:lnTo>
                  <a:pt x="11311761" y="5546833"/>
                </a:lnTo>
                <a:lnTo>
                  <a:pt x="10615447" y="6519040"/>
                </a:lnTo>
                <a:lnTo>
                  <a:pt x="10858216" y="6857999"/>
                </a:lnTo>
                <a:lnTo>
                  <a:pt x="10808288" y="6857999"/>
                </a:lnTo>
                <a:lnTo>
                  <a:pt x="10565519" y="6519040"/>
                </a:lnTo>
                <a:lnTo>
                  <a:pt x="9582809" y="6519040"/>
                </a:lnTo>
                <a:lnTo>
                  <a:pt x="9340040" y="6857999"/>
                </a:lnTo>
                <a:lnTo>
                  <a:pt x="9290112" y="6857999"/>
                </a:lnTo>
                <a:lnTo>
                  <a:pt x="9532881" y="6519040"/>
                </a:lnTo>
                <a:lnTo>
                  <a:pt x="8836567" y="5546833"/>
                </a:lnTo>
                <a:lnTo>
                  <a:pt x="7853857" y="5546833"/>
                </a:lnTo>
                <a:lnTo>
                  <a:pt x="7157543" y="6519040"/>
                </a:lnTo>
                <a:lnTo>
                  <a:pt x="7400312" y="6857999"/>
                </a:lnTo>
                <a:lnTo>
                  <a:pt x="0" y="6857999"/>
                </a:lnTo>
                <a:close/>
              </a:path>
            </a:pathLst>
          </a:custGeom>
          <a:solidFill>
            <a:schemeClr val="accent2">
              <a:alpha val="74000"/>
            </a:schemeClr>
          </a:solidFill>
          <a:ln>
            <a:solidFill>
              <a:schemeClr val="accent1">
                <a:shade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2" name="TextBox 31"/>
          <p:cNvSpPr txBox="1"/>
          <p:nvPr/>
        </p:nvSpPr>
        <p:spPr>
          <a:xfrm>
            <a:off x="249381" y="183311"/>
            <a:ext cx="6483927" cy="707886"/>
          </a:xfrm>
          <a:prstGeom prst="rect">
            <a:avLst/>
          </a:prstGeom>
          <a:noFill/>
        </p:spPr>
        <p:txBody>
          <a:bodyPr wrap="square" rtlCol="0">
            <a:spAutoFit/>
          </a:bodyPr>
          <a:lstStyle/>
          <a:p>
            <a:r>
              <a:rPr lang="en-US" sz="4000" dirty="0">
                <a:solidFill>
                  <a:schemeClr val="accent2">
                    <a:lumMod val="50000"/>
                  </a:schemeClr>
                </a:solidFill>
                <a:latin typeface="Arial Black" panose="020B0A04020102020204" pitchFamily="34" charset="0"/>
              </a:rPr>
              <a:t>CONCLUSION</a:t>
            </a:r>
          </a:p>
        </p:txBody>
      </p:sp>
      <p:sp>
        <p:nvSpPr>
          <p:cNvPr id="33" name="TextBox 32"/>
          <p:cNvSpPr txBox="1"/>
          <p:nvPr/>
        </p:nvSpPr>
        <p:spPr>
          <a:xfrm>
            <a:off x="249381" y="1074508"/>
            <a:ext cx="5095505" cy="6555641"/>
          </a:xfrm>
          <a:prstGeom prst="rect">
            <a:avLst/>
          </a:prstGeom>
          <a:noFill/>
        </p:spPr>
        <p:txBody>
          <a:bodyPr wrap="square" rtlCol="0">
            <a:spAutoFit/>
          </a:bodyPr>
          <a:lstStyle/>
          <a:p>
            <a:pPr marL="342900" indent="-342900">
              <a:buFont typeface="Wingdings" panose="05000000000000000000" pitchFamily="2" charset="2"/>
              <a:buChar char="Ø"/>
            </a:pPr>
            <a:r>
              <a:rPr lang="en-US" sz="2000" dirty="0">
                <a:solidFill>
                  <a:srgbClr val="003300"/>
                </a:solidFill>
                <a:cs typeface="Arial" panose="020B0604020202020204" pitchFamily="34" charset="0"/>
              </a:rPr>
              <a:t>AyurSense provides a personalized Ayurvedic health guidance platform using AI.</a:t>
            </a:r>
          </a:p>
          <a:p>
            <a:pPr marL="342900" indent="-342900">
              <a:buFont typeface="Wingdings" panose="05000000000000000000" pitchFamily="2" charset="2"/>
              <a:buChar char="Ø"/>
            </a:pPr>
            <a:endParaRPr lang="en-US" sz="2000" b="1" dirty="0">
              <a:solidFill>
                <a:srgbClr val="003300"/>
              </a:solidFill>
              <a:latin typeface="+mj-lt"/>
              <a:cs typeface="Arial" panose="020B0604020202020204" pitchFamily="34" charset="0"/>
            </a:endParaRPr>
          </a:p>
          <a:p>
            <a:pPr marL="342900" indent="-342900">
              <a:buFont typeface="Wingdings" panose="05000000000000000000" pitchFamily="2" charset="2"/>
              <a:buChar char="Ø"/>
            </a:pPr>
            <a:r>
              <a:rPr lang="en-US" sz="2000" dirty="0">
                <a:solidFill>
                  <a:srgbClr val="003300"/>
                </a:solidFill>
                <a:cs typeface="Arial" panose="020B0604020202020204" pitchFamily="34" charset="0"/>
              </a:rPr>
              <a:t>It bridges the gap between traditional wisdom and modern digital solutions.</a:t>
            </a:r>
            <a:endParaRPr lang="en-US" sz="2000" dirty="0">
              <a:solidFill>
                <a:srgbClr val="003300"/>
              </a:solidFill>
              <a:latin typeface="+mj-lt"/>
              <a:cs typeface="Arial" panose="020B0604020202020204" pitchFamily="34" charset="0"/>
            </a:endParaRPr>
          </a:p>
          <a:p>
            <a:pPr marL="342900" indent="-342900">
              <a:buFont typeface="Wingdings" panose="05000000000000000000" pitchFamily="2" charset="2"/>
              <a:buChar char="Ø"/>
            </a:pPr>
            <a:endParaRPr lang="en-US" sz="2000" b="1" dirty="0">
              <a:solidFill>
                <a:srgbClr val="003300"/>
              </a:solidFill>
              <a:latin typeface="+mj-lt"/>
              <a:cs typeface="Arial" panose="020B0604020202020204" pitchFamily="34" charset="0"/>
            </a:endParaRPr>
          </a:p>
          <a:p>
            <a:pPr marL="342900" indent="-342900">
              <a:buFont typeface="Wingdings" panose="05000000000000000000" pitchFamily="2" charset="2"/>
              <a:buChar char="Ø"/>
            </a:pPr>
            <a:r>
              <a:rPr lang="en-US" sz="2000" dirty="0">
                <a:solidFill>
                  <a:srgbClr val="003300"/>
                </a:solidFill>
                <a:cs typeface="Arial" panose="020B0604020202020204" pitchFamily="34" charset="0"/>
              </a:rPr>
              <a:t>Helps users adopt natural, side-effect free remedies instead of over-dependence on medicines.</a:t>
            </a:r>
          </a:p>
          <a:p>
            <a:pPr marL="342900" indent="-342900">
              <a:buFont typeface="Wingdings" panose="05000000000000000000" pitchFamily="2" charset="2"/>
              <a:buChar char="Ø"/>
            </a:pPr>
            <a:endParaRPr lang="en-US" sz="2000" b="1" dirty="0">
              <a:solidFill>
                <a:srgbClr val="003300"/>
              </a:solidFill>
              <a:latin typeface="+mj-lt"/>
              <a:cs typeface="Arial" panose="020B0604020202020204" pitchFamily="34" charset="0"/>
            </a:endParaRPr>
          </a:p>
          <a:p>
            <a:pPr marL="342900" indent="-342900">
              <a:buFont typeface="Wingdings" panose="05000000000000000000" pitchFamily="2" charset="2"/>
              <a:buChar char="Ø"/>
            </a:pPr>
            <a:r>
              <a:rPr lang="en-US" sz="2000" dirty="0">
                <a:solidFill>
                  <a:srgbClr val="003300"/>
                </a:solidFill>
                <a:cs typeface="Arial" panose="020B0604020202020204" pitchFamily="34" charset="0"/>
              </a:rPr>
              <a:t>Ensures accessibility, awareness, and trust in Ayurveda through a simple web application.</a:t>
            </a:r>
          </a:p>
          <a:p>
            <a:pPr marL="342900" indent="-342900">
              <a:buFont typeface="Wingdings" panose="05000000000000000000" pitchFamily="2" charset="2"/>
              <a:buChar char="Ø"/>
            </a:pPr>
            <a:endParaRPr lang="en-US" sz="2000" b="1" dirty="0">
              <a:solidFill>
                <a:srgbClr val="003300"/>
              </a:solidFill>
              <a:latin typeface="+mj-lt"/>
              <a:cs typeface="Arial" panose="020B0604020202020204" pitchFamily="34" charset="0"/>
            </a:endParaRPr>
          </a:p>
          <a:p>
            <a:pPr marL="342900" indent="-342900">
              <a:buFont typeface="Wingdings" panose="05000000000000000000" pitchFamily="2" charset="2"/>
              <a:buChar char="Ø"/>
            </a:pPr>
            <a:r>
              <a:rPr lang="en-US" sz="2000" dirty="0">
                <a:solidFill>
                  <a:srgbClr val="003300"/>
                </a:solidFill>
                <a:cs typeface="Arial" panose="020B0604020202020204" pitchFamily="34" charset="0"/>
              </a:rPr>
              <a:t>Future enhancements can include mobile app integration, real-time chat with experts, and multilingual support.</a:t>
            </a:r>
            <a:br>
              <a:rPr lang="en-US" sz="2000" b="1" dirty="0">
                <a:solidFill>
                  <a:srgbClr val="003300"/>
                </a:solidFill>
                <a:latin typeface="+mj-lt"/>
                <a:cs typeface="Arial" panose="020B0604020202020204" pitchFamily="34" charset="0"/>
              </a:rPr>
            </a:br>
            <a:br>
              <a:rPr lang="en-US" sz="2000" b="1" dirty="0">
                <a:solidFill>
                  <a:srgbClr val="003300"/>
                </a:solidFill>
                <a:latin typeface="+mj-lt"/>
                <a:cs typeface="Arial" panose="020B0604020202020204" pitchFamily="34" charset="0"/>
              </a:rPr>
            </a:br>
            <a:br>
              <a:rPr lang="en-US" sz="2000" b="1" dirty="0">
                <a:solidFill>
                  <a:srgbClr val="003300"/>
                </a:solidFill>
                <a:latin typeface="+mj-lt"/>
                <a:cs typeface="Arial" panose="020B0604020202020204" pitchFamily="34" charset="0"/>
              </a:rPr>
            </a:br>
            <a:endParaRPr lang="en-US" sz="2000" b="1" dirty="0">
              <a:solidFill>
                <a:srgbClr val="003300"/>
              </a:solidFill>
              <a:latin typeface="+mj-lt"/>
              <a:cs typeface="Arial" panose="020B0604020202020204" pitchFamily="34" charset="0"/>
            </a:endParaRPr>
          </a:p>
        </p:txBody>
      </p:sp>
    </p:spTree>
    <p:extLst>
      <p:ext uri="{BB962C8B-B14F-4D97-AF65-F5344CB8AC3E}">
        <p14:creationId xmlns:p14="http://schemas.microsoft.com/office/powerpoint/2010/main" val="1311320500"/>
      </p:ext>
    </p:extLst>
  </p:cSld>
  <p:clrMapOvr>
    <a:masterClrMapping/>
  </p:clrMapOvr>
  <mc:AlternateContent xmlns:mc="http://schemas.openxmlformats.org/markup-compatibility/2006" xmlns:p14="http://schemas.microsoft.com/office/powerpoint/2010/main">
    <mc:Choice Requires="p14">
      <p:transition spd="slow" p14:dur="2000">
        <p14:honeycomb/>
      </p:transition>
    </mc:Choice>
    <mc:Fallback xmlns="">
      <p:transition spd="slow">
        <p:fade/>
      </p:transition>
    </mc:Fallback>
  </mc:AlternateContent>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16625" y="-124690"/>
            <a:ext cx="12192000" cy="6858000"/>
          </a:xfrm>
          <a:prstGeom prst="rect">
            <a:avLst/>
          </a:prstGeom>
          <a:solidFill>
            <a:schemeClr val="accent6">
              <a:lumMod val="40000"/>
              <a:lumOff val="60000"/>
            </a:schemeClr>
          </a:solidFill>
          <a:ln>
            <a:noFill/>
          </a:ln>
          <a:effectLst>
            <a:outerShdw blurRad="149987" dist="250190" dir="8460000" algn="ctr">
              <a:srgbClr val="000000">
                <a:alpha val="28000"/>
              </a:srgbClr>
            </a:outerShdw>
          </a:effectLst>
          <a:scene3d>
            <a:camera prst="orthographicFront">
              <a:rot lat="0" lon="0" rev="0"/>
            </a:camera>
            <a:lightRig rig="contrasting" dir="t">
              <a:rot lat="0" lon="0" rev="1500000"/>
            </a:lightRig>
          </a:scene3d>
          <a:sp3d prstMaterial="metal">
            <a:bevelT w="88900" h="889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5" name="TextBox 4"/>
          <p:cNvSpPr txBox="1"/>
          <p:nvPr/>
        </p:nvSpPr>
        <p:spPr>
          <a:xfrm>
            <a:off x="3034145" y="124690"/>
            <a:ext cx="6123709" cy="646331"/>
          </a:xfrm>
          <a:prstGeom prst="rect">
            <a:avLst/>
          </a:prstGeom>
          <a:noFill/>
        </p:spPr>
        <p:txBody>
          <a:bodyPr wrap="square" rtlCol="0">
            <a:spAutoFit/>
          </a:bodyPr>
          <a:lstStyle/>
          <a:p>
            <a:pPr algn="ctr"/>
            <a:r>
              <a:rPr lang="en-US" sz="3600" dirty="0">
                <a:latin typeface="Arial Black" panose="020B0A04020102020204" pitchFamily="34" charset="0"/>
              </a:rPr>
              <a:t>REFERENCES</a:t>
            </a:r>
          </a:p>
        </p:txBody>
      </p:sp>
      <p:sp>
        <p:nvSpPr>
          <p:cNvPr id="6" name="TextBox 5">
            <a:extLst>
              <a:ext uri="{FF2B5EF4-FFF2-40B4-BE49-F238E27FC236}">
                <a16:creationId xmlns:a16="http://schemas.microsoft.com/office/drawing/2014/main" id="{AC1F1C9D-27EA-ED6B-8B12-97E5095879D9}"/>
              </a:ext>
            </a:extLst>
          </p:cNvPr>
          <p:cNvSpPr txBox="1"/>
          <p:nvPr/>
        </p:nvSpPr>
        <p:spPr>
          <a:xfrm>
            <a:off x="213360" y="925319"/>
            <a:ext cx="11765280" cy="5423921"/>
          </a:xfrm>
          <a:prstGeom prst="rect">
            <a:avLst/>
          </a:prstGeom>
          <a:noFill/>
        </p:spPr>
        <p:txBody>
          <a:bodyPr wrap="square" rtlCol="0">
            <a:spAutoFit/>
          </a:bodyPr>
          <a:lstStyle/>
          <a:p>
            <a:pPr marL="342900" marR="48260" lvl="0" indent="-342900" algn="just" fontAlgn="base">
              <a:lnSpc>
                <a:spcPct val="150000"/>
              </a:lnSpc>
              <a:spcBef>
                <a:spcPts val="0"/>
              </a:spcBef>
              <a:spcAft>
                <a:spcPts val="0"/>
              </a:spcAft>
              <a:buClr>
                <a:srgbClr val="000000"/>
              </a:buClr>
              <a:buSzPts val="1200"/>
              <a:buFont typeface="+mj-lt"/>
              <a:buAutoNum type="arabicParenR"/>
            </a:pPr>
            <a:r>
              <a:rPr lang="en-US" sz="1600" u="none" strike="noStrike" kern="100" dirty="0">
                <a:solidFill>
                  <a:srgbClr val="000000"/>
                </a:solidFill>
                <a:effectLst/>
                <a:uFill>
                  <a:solidFill>
                    <a:srgbClr val="000000"/>
                  </a:solidFill>
                </a:uFill>
                <a:latin typeface="Times New Roman" panose="02020603050405020304" pitchFamily="18" charset="0"/>
                <a:ea typeface="Times New Roman" panose="02020603050405020304" pitchFamily="18" charset="0"/>
                <a:cs typeface="Times New Roman" panose="02020603050405020304" pitchFamily="18" charset="0"/>
              </a:rPr>
              <a:t>Charaka Samhita, P. V. Sharma, Trans., Varanasi, India: </a:t>
            </a:r>
            <a:r>
              <a:rPr lang="en-US" sz="1600" u="none" strike="noStrike" kern="100" dirty="0" err="1">
                <a:solidFill>
                  <a:srgbClr val="000000"/>
                </a:solidFill>
                <a:effectLst/>
                <a:uFill>
                  <a:solidFill>
                    <a:srgbClr val="000000"/>
                  </a:solidFill>
                </a:uFill>
                <a:latin typeface="Times New Roman" panose="02020603050405020304" pitchFamily="18" charset="0"/>
                <a:ea typeface="Times New Roman" panose="02020603050405020304" pitchFamily="18" charset="0"/>
                <a:cs typeface="Times New Roman" panose="02020603050405020304" pitchFamily="18" charset="0"/>
              </a:rPr>
              <a:t>Chaukhambha</a:t>
            </a:r>
            <a:r>
              <a:rPr lang="en-US" sz="1600" u="none" strike="noStrike" kern="100" dirty="0">
                <a:solidFill>
                  <a:srgbClr val="000000"/>
                </a:solidFill>
                <a:effectLst/>
                <a:uFill>
                  <a:solidFill>
                    <a:srgbClr val="000000"/>
                  </a:solidFill>
                </a:uFill>
                <a:latin typeface="Times New Roman" panose="02020603050405020304" pitchFamily="18" charset="0"/>
                <a:ea typeface="Times New Roman" panose="02020603050405020304" pitchFamily="18" charset="0"/>
                <a:cs typeface="Times New Roman" panose="02020603050405020304" pitchFamily="18" charset="0"/>
              </a:rPr>
              <a:t> Orientalia, 2008. </a:t>
            </a:r>
            <a:endParaRPr lang="en-US" sz="1600" kern="100" dirty="0">
              <a:solidFill>
                <a:srgbClr val="000000"/>
              </a:solidFill>
              <a:effectLst/>
              <a:latin typeface="Times New Roman" panose="02020603050405020304" pitchFamily="18" charset="0"/>
              <a:ea typeface="Times New Roman" panose="02020603050405020304" pitchFamily="18" charset="0"/>
              <a:cs typeface="Times New Roman" panose="02020603050405020304" pitchFamily="18" charset="0"/>
            </a:endParaRPr>
          </a:p>
          <a:p>
            <a:pPr marL="342900" marR="48260" lvl="0" indent="-342900" algn="just" fontAlgn="base">
              <a:lnSpc>
                <a:spcPct val="150000"/>
              </a:lnSpc>
              <a:spcBef>
                <a:spcPts val="0"/>
              </a:spcBef>
              <a:spcAft>
                <a:spcPts val="10"/>
              </a:spcAft>
              <a:buClr>
                <a:srgbClr val="000000"/>
              </a:buClr>
              <a:buSzPts val="1200"/>
              <a:buFont typeface="+mj-lt"/>
              <a:buAutoNum type="arabicParenR"/>
            </a:pPr>
            <a:r>
              <a:rPr lang="en-US" sz="1600" u="none" strike="noStrike" kern="100" dirty="0">
                <a:solidFill>
                  <a:srgbClr val="000000"/>
                </a:solidFill>
                <a:effectLst/>
                <a:uFill>
                  <a:solidFill>
                    <a:srgbClr val="000000"/>
                  </a:solidFill>
                </a:uFill>
                <a:latin typeface="Times New Roman" panose="02020603050405020304" pitchFamily="18" charset="0"/>
                <a:ea typeface="Times New Roman" panose="02020603050405020304" pitchFamily="18" charset="0"/>
                <a:cs typeface="Times New Roman" panose="02020603050405020304" pitchFamily="18" charset="0"/>
              </a:rPr>
              <a:t>Sushruta Samhita, K. R. </a:t>
            </a:r>
            <a:r>
              <a:rPr lang="en-US" sz="1600" u="none" strike="noStrike" kern="100" dirty="0" err="1">
                <a:solidFill>
                  <a:srgbClr val="000000"/>
                </a:solidFill>
                <a:effectLst/>
                <a:uFill>
                  <a:solidFill>
                    <a:srgbClr val="000000"/>
                  </a:solidFill>
                </a:uFill>
                <a:latin typeface="Times New Roman" panose="02020603050405020304" pitchFamily="18" charset="0"/>
                <a:ea typeface="Times New Roman" panose="02020603050405020304" pitchFamily="18" charset="0"/>
                <a:cs typeface="Times New Roman" panose="02020603050405020304" pitchFamily="18" charset="0"/>
              </a:rPr>
              <a:t>Srikantha</a:t>
            </a:r>
            <a:r>
              <a:rPr lang="en-US" sz="1600" u="none" strike="noStrike" kern="100" dirty="0">
                <a:solidFill>
                  <a:srgbClr val="000000"/>
                </a:solidFill>
                <a:effectLst/>
                <a:uFill>
                  <a:solidFill>
                    <a:srgbClr val="000000"/>
                  </a:solidFill>
                </a:uFill>
                <a:latin typeface="Times New Roman" panose="02020603050405020304" pitchFamily="18" charset="0"/>
                <a:ea typeface="Times New Roman" panose="02020603050405020304" pitchFamily="18" charset="0"/>
                <a:cs typeface="Times New Roman" panose="02020603050405020304" pitchFamily="18" charset="0"/>
              </a:rPr>
              <a:t> Murthy, Trans., Varanasi, India: </a:t>
            </a:r>
            <a:r>
              <a:rPr lang="en-US" sz="1600" u="none" strike="noStrike" kern="100" dirty="0" err="1">
                <a:solidFill>
                  <a:srgbClr val="000000"/>
                </a:solidFill>
                <a:effectLst/>
                <a:uFill>
                  <a:solidFill>
                    <a:srgbClr val="000000"/>
                  </a:solidFill>
                </a:uFill>
                <a:latin typeface="Times New Roman" panose="02020603050405020304" pitchFamily="18" charset="0"/>
                <a:ea typeface="Times New Roman" panose="02020603050405020304" pitchFamily="18" charset="0"/>
                <a:cs typeface="Times New Roman" panose="02020603050405020304" pitchFamily="18" charset="0"/>
              </a:rPr>
              <a:t>Chaukhambha</a:t>
            </a:r>
            <a:r>
              <a:rPr lang="en-US" sz="1600" u="none" strike="noStrike" kern="100" dirty="0">
                <a:solidFill>
                  <a:srgbClr val="000000"/>
                </a:solidFill>
                <a:effectLst/>
                <a:uFill>
                  <a:solidFill>
                    <a:srgbClr val="000000"/>
                  </a:solidFill>
                </a:uFill>
                <a:latin typeface="Times New Roman" panose="02020603050405020304" pitchFamily="18" charset="0"/>
                <a:ea typeface="Times New Roman" panose="02020603050405020304" pitchFamily="18" charset="0"/>
                <a:cs typeface="Times New Roman" panose="02020603050405020304" pitchFamily="18" charset="0"/>
              </a:rPr>
              <a:t> Orientalia, 2012. </a:t>
            </a:r>
            <a:endParaRPr lang="en-US" sz="1600" kern="100" dirty="0">
              <a:solidFill>
                <a:srgbClr val="000000"/>
              </a:solidFill>
              <a:effectLst/>
              <a:latin typeface="Times New Roman" panose="02020603050405020304" pitchFamily="18" charset="0"/>
              <a:ea typeface="Times New Roman" panose="02020603050405020304" pitchFamily="18" charset="0"/>
              <a:cs typeface="Times New Roman" panose="02020603050405020304" pitchFamily="18" charset="0"/>
            </a:endParaRPr>
          </a:p>
          <a:p>
            <a:pPr marL="342900" marR="48260" lvl="0" indent="-342900" algn="just" fontAlgn="base">
              <a:lnSpc>
                <a:spcPct val="150000"/>
              </a:lnSpc>
              <a:spcBef>
                <a:spcPts val="0"/>
              </a:spcBef>
              <a:spcAft>
                <a:spcPts val="0"/>
              </a:spcAft>
              <a:buClr>
                <a:srgbClr val="000000"/>
              </a:buClr>
              <a:buSzPts val="1200"/>
              <a:buFont typeface="+mj-lt"/>
              <a:buAutoNum type="arabicParenR"/>
            </a:pPr>
            <a:r>
              <a:rPr lang="en-US" sz="1600" u="none" strike="noStrike" kern="100" dirty="0">
                <a:solidFill>
                  <a:srgbClr val="000000"/>
                </a:solidFill>
                <a:effectLst/>
                <a:uFill>
                  <a:solidFill>
                    <a:srgbClr val="000000"/>
                  </a:solidFill>
                </a:uFill>
                <a:latin typeface="Times New Roman" panose="02020603050405020304" pitchFamily="18" charset="0"/>
                <a:ea typeface="Times New Roman" panose="02020603050405020304" pitchFamily="18" charset="0"/>
                <a:cs typeface="Times New Roman" panose="02020603050405020304" pitchFamily="18" charset="0"/>
              </a:rPr>
              <a:t>World Health Organization, “Traditional, Complementary and Integrative Medicine,” [Online]. Available: </a:t>
            </a:r>
            <a:r>
              <a:rPr lang="en-US" sz="1600" u="none" strike="noStrike" kern="100" dirty="0">
                <a:solidFill>
                  <a:srgbClr val="000000"/>
                </a:solidFill>
                <a:effectLst/>
                <a:uFill>
                  <a:solidFill>
                    <a:srgbClr val="000000"/>
                  </a:solidFill>
                </a:uFill>
                <a:latin typeface="Times New Roman" panose="02020603050405020304" pitchFamily="18" charset="0"/>
                <a:ea typeface="Times New Roman" panose="02020603050405020304" pitchFamily="18" charset="0"/>
                <a:cs typeface="Times New Roman" panose="02020603050405020304" pitchFamily="18" charset="0"/>
                <a:hlinkClick r:id="rId2"/>
              </a:rPr>
              <a:t>https://www.who.int </a:t>
            </a:r>
            <a:endParaRPr lang="en-US" sz="1600" kern="100" dirty="0">
              <a:solidFill>
                <a:srgbClr val="000000"/>
              </a:solidFill>
              <a:effectLst/>
              <a:latin typeface="Times New Roman" panose="02020603050405020304" pitchFamily="18" charset="0"/>
              <a:ea typeface="Times New Roman" panose="02020603050405020304" pitchFamily="18" charset="0"/>
              <a:cs typeface="Times New Roman" panose="02020603050405020304" pitchFamily="18" charset="0"/>
            </a:endParaRPr>
          </a:p>
          <a:p>
            <a:pPr marL="342900" marR="48260" lvl="0" indent="-342900" algn="just" fontAlgn="base">
              <a:lnSpc>
                <a:spcPct val="150000"/>
              </a:lnSpc>
              <a:spcBef>
                <a:spcPts val="0"/>
              </a:spcBef>
              <a:spcAft>
                <a:spcPts val="0"/>
              </a:spcAft>
              <a:buClr>
                <a:srgbClr val="000000"/>
              </a:buClr>
              <a:buSzPts val="1200"/>
              <a:buFont typeface="+mj-lt"/>
              <a:buAutoNum type="arabicParenR"/>
            </a:pPr>
            <a:r>
              <a:rPr lang="en-US" sz="1600" u="none" strike="noStrike" kern="100" dirty="0">
                <a:solidFill>
                  <a:srgbClr val="000000"/>
                </a:solidFill>
                <a:effectLst/>
                <a:uFill>
                  <a:solidFill>
                    <a:srgbClr val="000000"/>
                  </a:solidFill>
                </a:uFill>
                <a:latin typeface="Times New Roman" panose="02020603050405020304" pitchFamily="18" charset="0"/>
                <a:ea typeface="Times New Roman" panose="02020603050405020304" pitchFamily="18" charset="0"/>
                <a:cs typeface="Times New Roman" panose="02020603050405020304" pitchFamily="18" charset="0"/>
              </a:rPr>
              <a:t>Ministry  of </a:t>
            </a:r>
            <a:r>
              <a:rPr lang="en-US" sz="1600" kern="100" dirty="0">
                <a:solidFill>
                  <a:srgbClr val="000000"/>
                </a:solidFill>
                <a:uFill>
                  <a:solidFill>
                    <a:srgbClr val="000000"/>
                  </a:solidFill>
                </a:uFill>
                <a:latin typeface="Times New Roman" panose="02020603050405020304" pitchFamily="18" charset="0"/>
                <a:ea typeface="Times New Roman" panose="02020603050405020304" pitchFamily="18" charset="0"/>
                <a:cs typeface="Times New Roman" panose="02020603050405020304" pitchFamily="18" charset="0"/>
              </a:rPr>
              <a:t> </a:t>
            </a:r>
            <a:r>
              <a:rPr lang="en-US" sz="1600" u="none" strike="noStrike" kern="100" dirty="0">
                <a:solidFill>
                  <a:srgbClr val="000000"/>
                </a:solidFill>
                <a:effectLst/>
                <a:uFill>
                  <a:solidFill>
                    <a:srgbClr val="000000"/>
                  </a:solidFill>
                </a:uFill>
                <a:latin typeface="Times New Roman" panose="02020603050405020304" pitchFamily="18" charset="0"/>
                <a:ea typeface="Times New Roman" panose="02020603050405020304" pitchFamily="18" charset="0"/>
                <a:cs typeface="Times New Roman" panose="02020603050405020304" pitchFamily="18" charset="0"/>
              </a:rPr>
              <a:t>AYUSH,  “Ayurveda  Overview,”  [Online].  Available: </a:t>
            </a:r>
            <a:r>
              <a:rPr lang="en-US" sz="1600" u="none" strike="noStrike" kern="100" dirty="0">
                <a:solidFill>
                  <a:srgbClr val="000000"/>
                </a:solidFill>
                <a:effectLst/>
                <a:uFill>
                  <a:solidFill>
                    <a:srgbClr val="000000"/>
                  </a:solidFill>
                </a:uFill>
                <a:latin typeface="Times New Roman" panose="02020603050405020304" pitchFamily="18" charset="0"/>
                <a:ea typeface="Times New Roman" panose="02020603050405020304" pitchFamily="18" charset="0"/>
                <a:cs typeface="Times New Roman" panose="02020603050405020304" pitchFamily="18" charset="0"/>
                <a:hlinkClick r:id="rId3"/>
              </a:rPr>
              <a:t>https://www.ayush.gov.in </a:t>
            </a:r>
            <a:endParaRPr lang="en-US" sz="1600" kern="100" dirty="0">
              <a:solidFill>
                <a:srgbClr val="000000"/>
              </a:solidFill>
              <a:effectLst/>
              <a:latin typeface="Times New Roman" panose="02020603050405020304" pitchFamily="18" charset="0"/>
              <a:ea typeface="Times New Roman" panose="02020603050405020304" pitchFamily="18" charset="0"/>
              <a:cs typeface="Times New Roman" panose="02020603050405020304" pitchFamily="18" charset="0"/>
            </a:endParaRPr>
          </a:p>
          <a:p>
            <a:pPr marL="342900" marR="48260" lvl="0" indent="-342900" algn="just" fontAlgn="base">
              <a:lnSpc>
                <a:spcPct val="150000"/>
              </a:lnSpc>
              <a:spcBef>
                <a:spcPts val="0"/>
              </a:spcBef>
              <a:spcAft>
                <a:spcPts val="10"/>
              </a:spcAft>
              <a:buClr>
                <a:srgbClr val="000000"/>
              </a:buClr>
              <a:buSzPts val="1200"/>
              <a:buFont typeface="+mj-lt"/>
              <a:buAutoNum type="arabicParenR"/>
            </a:pPr>
            <a:r>
              <a:rPr lang="en-US" sz="1600" u="none" strike="noStrike" kern="100" dirty="0">
                <a:solidFill>
                  <a:srgbClr val="000000"/>
                </a:solidFill>
                <a:effectLst/>
                <a:uFill>
                  <a:solidFill>
                    <a:srgbClr val="000000"/>
                  </a:solidFill>
                </a:uFill>
                <a:latin typeface="Times New Roman" panose="02020603050405020304" pitchFamily="18" charset="0"/>
                <a:ea typeface="Times New Roman" panose="02020603050405020304" pitchFamily="18" charset="0"/>
                <a:cs typeface="Times New Roman" panose="02020603050405020304" pitchFamily="18" charset="0"/>
              </a:rPr>
              <a:t>M. Grinberg, Flask Web Development: Developing Web Applications with Python, 2nd ed. Sebastopol, CA, USA: O’Reilly Media, 2018. </a:t>
            </a:r>
            <a:endParaRPr lang="en-US" sz="1600" kern="100" dirty="0">
              <a:solidFill>
                <a:srgbClr val="000000"/>
              </a:solidFill>
              <a:effectLst/>
              <a:latin typeface="Times New Roman" panose="02020603050405020304" pitchFamily="18" charset="0"/>
              <a:ea typeface="Times New Roman" panose="02020603050405020304" pitchFamily="18" charset="0"/>
              <a:cs typeface="Times New Roman" panose="02020603050405020304" pitchFamily="18" charset="0"/>
            </a:endParaRPr>
          </a:p>
          <a:p>
            <a:pPr marL="342900" marR="48260" lvl="0" indent="-342900" algn="just" fontAlgn="base">
              <a:lnSpc>
                <a:spcPct val="150000"/>
              </a:lnSpc>
              <a:spcBef>
                <a:spcPts val="0"/>
              </a:spcBef>
              <a:spcAft>
                <a:spcPts val="0"/>
              </a:spcAft>
              <a:buClr>
                <a:srgbClr val="000000"/>
              </a:buClr>
              <a:buSzPts val="1200"/>
              <a:buFont typeface="+mj-lt"/>
              <a:buAutoNum type="arabicParenR"/>
            </a:pPr>
            <a:r>
              <a:rPr lang="en-US" sz="1600" u="none" strike="noStrike" kern="100" dirty="0">
                <a:solidFill>
                  <a:srgbClr val="000000"/>
                </a:solidFill>
                <a:effectLst/>
                <a:uFill>
                  <a:solidFill>
                    <a:srgbClr val="000000"/>
                  </a:solidFill>
                </a:uFill>
                <a:latin typeface="Times New Roman" panose="02020603050405020304" pitchFamily="18" charset="0"/>
                <a:ea typeface="Times New Roman" panose="02020603050405020304" pitchFamily="18" charset="0"/>
                <a:cs typeface="Times New Roman" panose="02020603050405020304" pitchFamily="18" charset="0"/>
              </a:rPr>
              <a:t>J. Duckett, HTML and CSS: Design and Build Websites. Hoboken, NJ, USA: Wiley, 2011. </a:t>
            </a:r>
            <a:endParaRPr lang="en-US" sz="1600" kern="100" dirty="0">
              <a:solidFill>
                <a:srgbClr val="000000"/>
              </a:solidFill>
              <a:effectLst/>
              <a:latin typeface="Times New Roman" panose="02020603050405020304" pitchFamily="18" charset="0"/>
              <a:ea typeface="Times New Roman" panose="02020603050405020304" pitchFamily="18" charset="0"/>
              <a:cs typeface="Times New Roman" panose="02020603050405020304" pitchFamily="18" charset="0"/>
            </a:endParaRPr>
          </a:p>
          <a:p>
            <a:pPr marL="342900" marR="48260" lvl="0" indent="-342900" algn="just" fontAlgn="base">
              <a:lnSpc>
                <a:spcPct val="150000"/>
              </a:lnSpc>
              <a:spcBef>
                <a:spcPts val="0"/>
              </a:spcBef>
              <a:spcAft>
                <a:spcPts val="515"/>
              </a:spcAft>
              <a:buClr>
                <a:srgbClr val="000000"/>
              </a:buClr>
              <a:buSzPts val="1200"/>
              <a:buFont typeface="+mj-lt"/>
              <a:buAutoNum type="arabicParenR"/>
            </a:pPr>
            <a:r>
              <a:rPr lang="en-US" sz="1600" u="none" strike="noStrike" kern="100" dirty="0">
                <a:solidFill>
                  <a:srgbClr val="000000"/>
                </a:solidFill>
                <a:effectLst/>
                <a:uFill>
                  <a:solidFill>
                    <a:srgbClr val="000000"/>
                  </a:solidFill>
                </a:uFill>
                <a:latin typeface="Times New Roman" panose="02020603050405020304" pitchFamily="18" charset="0"/>
                <a:ea typeface="Times New Roman" panose="02020603050405020304" pitchFamily="18" charset="0"/>
                <a:cs typeface="Times New Roman" panose="02020603050405020304" pitchFamily="18" charset="0"/>
              </a:rPr>
              <a:t>D. Flanagan, JavaScript: The Definitive Guide, 7th ed. Sebastopol, CA, USA: </a:t>
            </a:r>
            <a:r>
              <a:rPr lang="en-US" sz="1600" kern="100" dirty="0">
                <a:solidFill>
                  <a:srgbClr val="000000"/>
                </a:solidFill>
                <a:effectLst/>
                <a:latin typeface="Times New Roman" panose="02020603050405020304" pitchFamily="18" charset="0"/>
                <a:ea typeface="Times New Roman" panose="02020603050405020304" pitchFamily="18" charset="0"/>
                <a:cs typeface="Times New Roman" panose="02020603050405020304" pitchFamily="18" charset="0"/>
              </a:rPr>
              <a:t>O’Reilly Media, 2020. </a:t>
            </a:r>
            <a:endParaRPr lang="en-US" sz="1600" kern="100" dirty="0">
              <a:solidFill>
                <a:srgbClr val="000000"/>
              </a:solidFill>
              <a:latin typeface="Times New Roman" panose="02020603050405020304" pitchFamily="18" charset="0"/>
              <a:ea typeface="Times New Roman" panose="02020603050405020304" pitchFamily="18" charset="0"/>
              <a:cs typeface="Times New Roman" panose="02020603050405020304" pitchFamily="18" charset="0"/>
            </a:endParaRPr>
          </a:p>
          <a:p>
            <a:pPr marL="342900" marR="48260" lvl="0" indent="-342900" algn="just" fontAlgn="base">
              <a:lnSpc>
                <a:spcPct val="150000"/>
              </a:lnSpc>
              <a:spcBef>
                <a:spcPts val="0"/>
              </a:spcBef>
              <a:spcAft>
                <a:spcPts val="515"/>
              </a:spcAft>
              <a:buClr>
                <a:srgbClr val="000000"/>
              </a:buClr>
              <a:buSzPts val="1200"/>
              <a:buFont typeface="+mj-lt"/>
              <a:buAutoNum type="arabicParenR"/>
            </a:pPr>
            <a:r>
              <a:rPr lang="en-US" sz="1600" u="none" strike="noStrike" kern="100" dirty="0">
                <a:solidFill>
                  <a:srgbClr val="000000"/>
                </a:solidFill>
                <a:effectLst/>
                <a:uFill>
                  <a:solidFill>
                    <a:srgbClr val="000000"/>
                  </a:solidFill>
                </a:uFill>
                <a:latin typeface="Times New Roman" panose="02020603050405020304" pitchFamily="18" charset="0"/>
                <a:ea typeface="Times New Roman" panose="02020603050405020304" pitchFamily="18" charset="0"/>
                <a:cs typeface="Times New Roman" panose="02020603050405020304" pitchFamily="18" charset="0"/>
              </a:rPr>
              <a:t>Bootstrap, “Bootstrap  Documentation,” [Online].  Available: </a:t>
            </a:r>
            <a:r>
              <a:rPr lang="en-US" sz="1600" u="none" strike="noStrike" kern="100" dirty="0">
                <a:solidFill>
                  <a:srgbClr val="000000"/>
                </a:solidFill>
                <a:effectLst/>
                <a:uFill>
                  <a:solidFill>
                    <a:srgbClr val="000000"/>
                  </a:solidFill>
                </a:uFill>
                <a:latin typeface="Times New Roman" panose="02020603050405020304" pitchFamily="18" charset="0"/>
                <a:ea typeface="Times New Roman" panose="02020603050405020304" pitchFamily="18" charset="0"/>
                <a:cs typeface="Times New Roman" panose="02020603050405020304" pitchFamily="18" charset="0"/>
                <a:hlinkClick r:id="rId4"/>
              </a:rPr>
              <a:t>https://getbootstrap.com </a:t>
            </a:r>
            <a:endParaRPr lang="en-US" sz="1600" kern="100" dirty="0">
              <a:solidFill>
                <a:srgbClr val="000000"/>
              </a:solidFill>
              <a:effectLst/>
              <a:latin typeface="Times New Roman" panose="02020603050405020304" pitchFamily="18" charset="0"/>
              <a:ea typeface="Times New Roman" panose="02020603050405020304" pitchFamily="18" charset="0"/>
              <a:cs typeface="Times New Roman" panose="02020603050405020304" pitchFamily="18" charset="0"/>
            </a:endParaRPr>
          </a:p>
          <a:p>
            <a:pPr marL="342900" marR="48260" lvl="0" indent="-342900" algn="just" fontAlgn="base">
              <a:lnSpc>
                <a:spcPct val="150000"/>
              </a:lnSpc>
              <a:spcBef>
                <a:spcPts val="0"/>
              </a:spcBef>
              <a:spcAft>
                <a:spcPts val="550"/>
              </a:spcAft>
              <a:buClr>
                <a:srgbClr val="000000"/>
              </a:buClr>
              <a:buSzPts val="1200"/>
              <a:buFont typeface="+mj-lt"/>
              <a:buAutoNum type="arabicParenR"/>
            </a:pPr>
            <a:r>
              <a:rPr lang="en-US" sz="1600" u="none" strike="noStrike" kern="100" dirty="0">
                <a:solidFill>
                  <a:srgbClr val="000000"/>
                </a:solidFill>
                <a:effectLst/>
                <a:uFill>
                  <a:solidFill>
                    <a:srgbClr val="000000"/>
                  </a:solidFill>
                </a:uFill>
                <a:latin typeface="Times New Roman" panose="02020603050405020304" pitchFamily="18" charset="0"/>
                <a:ea typeface="Times New Roman" panose="02020603050405020304" pitchFamily="18" charset="0"/>
                <a:cs typeface="Times New Roman" panose="02020603050405020304" pitchFamily="18" charset="0"/>
              </a:rPr>
              <a:t>W3Schools, “Web  Development </a:t>
            </a:r>
            <a:r>
              <a:rPr lang="en-US" sz="1600" kern="100" dirty="0">
                <a:solidFill>
                  <a:srgbClr val="000000"/>
                </a:solidFill>
                <a:uFill>
                  <a:solidFill>
                    <a:srgbClr val="000000"/>
                  </a:solidFill>
                </a:uFill>
                <a:latin typeface="Times New Roman" panose="02020603050405020304" pitchFamily="18" charset="0"/>
                <a:ea typeface="Times New Roman" panose="02020603050405020304" pitchFamily="18" charset="0"/>
                <a:cs typeface="Times New Roman" panose="02020603050405020304" pitchFamily="18" charset="0"/>
              </a:rPr>
              <a:t> </a:t>
            </a:r>
            <a:r>
              <a:rPr lang="en-US" sz="1600" u="none" strike="noStrike" kern="100" dirty="0">
                <a:solidFill>
                  <a:srgbClr val="000000"/>
                </a:solidFill>
                <a:effectLst/>
                <a:uFill>
                  <a:solidFill>
                    <a:srgbClr val="000000"/>
                  </a:solidFill>
                </a:uFill>
                <a:latin typeface="Times New Roman" panose="02020603050405020304" pitchFamily="18" charset="0"/>
                <a:ea typeface="Times New Roman" panose="02020603050405020304" pitchFamily="18" charset="0"/>
                <a:cs typeface="Times New Roman" panose="02020603050405020304" pitchFamily="18" charset="0"/>
              </a:rPr>
              <a:t>Tutorials,”  [Online].  Available: </a:t>
            </a:r>
            <a:r>
              <a:rPr lang="en-US" sz="1600" kern="100" dirty="0">
                <a:solidFill>
                  <a:srgbClr val="000000"/>
                </a:solidFill>
                <a:effectLst/>
                <a:latin typeface="Times New Roman" panose="02020603050405020304" pitchFamily="18" charset="0"/>
                <a:ea typeface="Times New Roman" panose="02020603050405020304" pitchFamily="18" charset="0"/>
                <a:cs typeface="Times New Roman" panose="02020603050405020304" pitchFamily="18" charset="0"/>
                <a:hlinkClick r:id="rId5"/>
              </a:rPr>
              <a:t>https://www.w3schools.com </a:t>
            </a:r>
            <a:endParaRPr lang="en-US" sz="1600" kern="100" dirty="0">
              <a:solidFill>
                <a:srgbClr val="000000"/>
              </a:solidFill>
              <a:effectLst/>
              <a:latin typeface="Times New Roman" panose="02020603050405020304" pitchFamily="18" charset="0"/>
              <a:ea typeface="Times New Roman" panose="02020603050405020304" pitchFamily="18" charset="0"/>
              <a:cs typeface="Times New Roman" panose="02020603050405020304" pitchFamily="18" charset="0"/>
            </a:endParaRPr>
          </a:p>
          <a:p>
            <a:pPr marL="342900" marR="48260" lvl="0" indent="-342900" algn="just" fontAlgn="base">
              <a:lnSpc>
                <a:spcPct val="150000"/>
              </a:lnSpc>
              <a:spcBef>
                <a:spcPts val="0"/>
              </a:spcBef>
              <a:spcAft>
                <a:spcPts val="0"/>
              </a:spcAft>
              <a:buClr>
                <a:srgbClr val="000000"/>
              </a:buClr>
              <a:buSzPts val="1200"/>
              <a:buFont typeface="+mj-lt"/>
              <a:buAutoNum type="arabicParenR"/>
            </a:pPr>
            <a:r>
              <a:rPr lang="en-US" sz="1600" u="none" strike="noStrike" kern="100" dirty="0">
                <a:solidFill>
                  <a:srgbClr val="000000"/>
                </a:solidFill>
                <a:effectLst/>
                <a:uFill>
                  <a:solidFill>
                    <a:srgbClr val="000000"/>
                  </a:solidFill>
                </a:uFill>
                <a:latin typeface="Times New Roman" panose="02020603050405020304" pitchFamily="18" charset="0"/>
                <a:ea typeface="Times New Roman" panose="02020603050405020304" pitchFamily="18" charset="0"/>
                <a:cs typeface="Times New Roman" panose="02020603050405020304" pitchFamily="18" charset="0"/>
              </a:rPr>
              <a:t>V. Lad, Ayurveda: The Science of Self-Healing. Twin Lakes, WI, USA: Lotus Press, 2002. </a:t>
            </a:r>
            <a:endParaRPr lang="en-US" sz="1600" kern="100" dirty="0">
              <a:solidFill>
                <a:srgbClr val="000000"/>
              </a:solidFill>
              <a:effectLst/>
              <a:latin typeface="Times New Roman" panose="02020603050405020304" pitchFamily="18" charset="0"/>
              <a:ea typeface="Times New Roman" panose="02020603050405020304" pitchFamily="18" charset="0"/>
              <a:cs typeface="Times New Roman" panose="02020603050405020304" pitchFamily="18" charset="0"/>
            </a:endParaRPr>
          </a:p>
          <a:p>
            <a:pPr marL="342900" marR="48260" lvl="0" indent="-342900" algn="just" fontAlgn="base">
              <a:lnSpc>
                <a:spcPct val="150000"/>
              </a:lnSpc>
              <a:spcBef>
                <a:spcPts val="0"/>
              </a:spcBef>
              <a:spcAft>
                <a:spcPts val="10"/>
              </a:spcAft>
              <a:buClr>
                <a:srgbClr val="000000"/>
              </a:buClr>
              <a:buSzPts val="1200"/>
              <a:buFont typeface="+mj-lt"/>
              <a:buAutoNum type="arabicParenR"/>
            </a:pPr>
            <a:r>
              <a:rPr lang="en-US" sz="1600" u="none" strike="noStrike" kern="100" dirty="0">
                <a:solidFill>
                  <a:srgbClr val="000000"/>
                </a:solidFill>
                <a:effectLst/>
                <a:uFill>
                  <a:solidFill>
                    <a:srgbClr val="000000"/>
                  </a:solidFill>
                </a:uFill>
                <a:latin typeface="Times New Roman" panose="02020603050405020304" pitchFamily="18" charset="0"/>
                <a:ea typeface="Times New Roman" panose="02020603050405020304" pitchFamily="18" charset="0"/>
                <a:cs typeface="Times New Roman" panose="02020603050405020304" pitchFamily="18" charset="0"/>
              </a:rPr>
              <a:t>H. Sharma and H. M. Chandola, “Ayurveda in present scenario,” International Journal of Research in Ayurveda and Pharmacy, vol. 2, no. 3, pp. 1–5, 2011. </a:t>
            </a:r>
          </a:p>
          <a:p>
            <a:pPr marL="228600" indent="-228600" algn="just">
              <a:lnSpc>
                <a:spcPct val="150000"/>
              </a:lnSpc>
              <a:buFont typeface="+mj-lt"/>
              <a:buAutoNum type="arabicParenR"/>
            </a:pPr>
            <a:endParaRPr lang="en-US" sz="16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912491839"/>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573246" y="0"/>
            <a:ext cx="6767834" cy="3777343"/>
          </a:xfrm>
          <a:prstGeom prst="rect">
            <a:avLst/>
          </a:prstGeom>
        </p:spPr>
      </p:pic>
      <p:pic>
        <p:nvPicPr>
          <p:cNvPr id="2" name="Picture 1"/>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705600" y="272143"/>
            <a:ext cx="5486400" cy="6260274"/>
          </a:xfrm>
          <a:prstGeom prst="rect">
            <a:avLst/>
          </a:prstGeom>
        </p:spPr>
      </p:pic>
      <p:sp>
        <p:nvSpPr>
          <p:cNvPr id="15" name="Freeform 14"/>
          <p:cNvSpPr/>
          <p:nvPr/>
        </p:nvSpPr>
        <p:spPr>
          <a:xfrm>
            <a:off x="0" y="-64326"/>
            <a:ext cx="12192000" cy="6922326"/>
          </a:xfrm>
          <a:custGeom>
            <a:avLst/>
            <a:gdLst/>
            <a:ahLst/>
            <a:cxnLst/>
            <a:rect l="l" t="t" r="r" b="b"/>
            <a:pathLst>
              <a:path w="12192000" h="6858000">
                <a:moveTo>
                  <a:pt x="4770541" y="2933524"/>
                </a:moveTo>
                <a:cubicBezTo>
                  <a:pt x="4838378" y="2933524"/>
                  <a:pt x="4892103" y="2956175"/>
                  <a:pt x="4931714" y="3001480"/>
                </a:cubicBezTo>
                <a:cubicBezTo>
                  <a:pt x="4971326" y="3046784"/>
                  <a:pt x="4991132" y="3118535"/>
                  <a:pt x="4991132" y="3216734"/>
                </a:cubicBezTo>
                <a:cubicBezTo>
                  <a:pt x="4991132" y="3333434"/>
                  <a:pt x="4972156" y="3414318"/>
                  <a:pt x="4934205" y="3459384"/>
                </a:cubicBezTo>
                <a:cubicBezTo>
                  <a:pt x="4896254" y="3504451"/>
                  <a:pt x="4842648" y="3526985"/>
                  <a:pt x="4773387" y="3526985"/>
                </a:cubicBezTo>
                <a:cubicBezTo>
                  <a:pt x="4706024" y="3526985"/>
                  <a:pt x="4652773" y="3503977"/>
                  <a:pt x="4613637" y="3457961"/>
                </a:cubicBezTo>
                <a:cubicBezTo>
                  <a:pt x="4574499" y="3411945"/>
                  <a:pt x="4554930" y="3336281"/>
                  <a:pt x="4554930" y="3230966"/>
                </a:cubicBezTo>
                <a:cubicBezTo>
                  <a:pt x="4554930" y="3124702"/>
                  <a:pt x="4574618" y="3048563"/>
                  <a:pt x="4613992" y="3002547"/>
                </a:cubicBezTo>
                <a:cubicBezTo>
                  <a:pt x="4653366" y="2956531"/>
                  <a:pt x="4705550" y="2933524"/>
                  <a:pt x="4770541" y="2933524"/>
                </a:cubicBezTo>
                <a:close/>
                <a:moveTo>
                  <a:pt x="5483529" y="2707240"/>
                </a:moveTo>
                <a:lnTo>
                  <a:pt x="5483529" y="3328753"/>
                </a:lnTo>
                <a:cubicBezTo>
                  <a:pt x="5483529" y="3379950"/>
                  <a:pt x="5493491" y="3438733"/>
                  <a:pt x="5513416" y="3505103"/>
                </a:cubicBezTo>
                <a:cubicBezTo>
                  <a:pt x="5525750" y="3546346"/>
                  <a:pt x="5548640" y="3586404"/>
                  <a:pt x="5582084" y="3625278"/>
                </a:cubicBezTo>
                <a:cubicBezTo>
                  <a:pt x="5615528" y="3664152"/>
                  <a:pt x="5652412" y="3694137"/>
                  <a:pt x="5692735" y="3715232"/>
                </a:cubicBezTo>
                <a:cubicBezTo>
                  <a:pt x="5733058" y="3736328"/>
                  <a:pt x="5783225" y="3750432"/>
                  <a:pt x="5843236" y="3757544"/>
                </a:cubicBezTo>
                <a:cubicBezTo>
                  <a:pt x="5903246" y="3764656"/>
                  <a:pt x="5958631" y="3768212"/>
                  <a:pt x="6009390" y="3768212"/>
                </a:cubicBezTo>
                <a:cubicBezTo>
                  <a:pt x="6097152" y="3768212"/>
                  <a:pt x="6172343" y="3756597"/>
                  <a:pt x="6234962" y="3733366"/>
                </a:cubicBezTo>
                <a:cubicBezTo>
                  <a:pt x="6280029" y="3716778"/>
                  <a:pt x="6323080" y="3687979"/>
                  <a:pt x="6364115" y="3646970"/>
                </a:cubicBezTo>
                <a:cubicBezTo>
                  <a:pt x="6405150" y="3605961"/>
                  <a:pt x="6435274" y="3558079"/>
                  <a:pt x="6454486" y="3503325"/>
                </a:cubicBezTo>
                <a:cubicBezTo>
                  <a:pt x="6473699" y="3448570"/>
                  <a:pt x="6483305" y="3390380"/>
                  <a:pt x="6483305" y="3328753"/>
                </a:cubicBezTo>
                <a:lnTo>
                  <a:pt x="6483305" y="2707240"/>
                </a:lnTo>
                <a:lnTo>
                  <a:pt x="6161669" y="2707240"/>
                </a:lnTo>
                <a:lnTo>
                  <a:pt x="6161669" y="3343552"/>
                </a:lnTo>
                <a:cubicBezTo>
                  <a:pt x="6161669" y="3401375"/>
                  <a:pt x="6145896" y="3446047"/>
                  <a:pt x="6114349" y="3477568"/>
                </a:cubicBezTo>
                <a:cubicBezTo>
                  <a:pt x="6082803" y="3509089"/>
                  <a:pt x="6039277" y="3524850"/>
                  <a:pt x="5983773" y="3524850"/>
                </a:cubicBezTo>
                <a:cubicBezTo>
                  <a:pt x="5927795" y="3524850"/>
                  <a:pt x="5884033" y="3508854"/>
                  <a:pt x="5852486" y="3476862"/>
                </a:cubicBezTo>
                <a:cubicBezTo>
                  <a:pt x="5820939" y="3444871"/>
                  <a:pt x="5805165" y="3400434"/>
                  <a:pt x="5805165" y="3343552"/>
                </a:cubicBezTo>
                <a:lnTo>
                  <a:pt x="5805165" y="2707240"/>
                </a:lnTo>
                <a:close/>
                <a:moveTo>
                  <a:pt x="3120079" y="2707240"/>
                </a:moveTo>
                <a:lnTo>
                  <a:pt x="3526393" y="3313509"/>
                </a:lnTo>
                <a:lnTo>
                  <a:pt x="3526393" y="3750422"/>
                </a:lnTo>
                <a:lnTo>
                  <a:pt x="3849453" y="3750422"/>
                </a:lnTo>
                <a:lnTo>
                  <a:pt x="3849453" y="3313509"/>
                </a:lnTo>
                <a:lnTo>
                  <a:pt x="4255056" y="2707240"/>
                </a:lnTo>
                <a:lnTo>
                  <a:pt x="3898919" y="2707240"/>
                </a:lnTo>
                <a:lnTo>
                  <a:pt x="3688312" y="3059162"/>
                </a:lnTo>
                <a:lnTo>
                  <a:pt x="3478139" y="2707240"/>
                </a:lnTo>
                <a:close/>
                <a:moveTo>
                  <a:pt x="4771252" y="2689450"/>
                </a:moveTo>
                <a:cubicBezTo>
                  <a:pt x="4601896" y="2689450"/>
                  <a:pt x="4469777" y="2736889"/>
                  <a:pt x="4374899" y="2831767"/>
                </a:cubicBezTo>
                <a:cubicBezTo>
                  <a:pt x="4280022" y="2926645"/>
                  <a:pt x="4232583" y="3059236"/>
                  <a:pt x="4232583" y="3229542"/>
                </a:cubicBezTo>
                <a:cubicBezTo>
                  <a:pt x="4232583" y="3351460"/>
                  <a:pt x="4256539" y="3452980"/>
                  <a:pt x="4304453" y="3534101"/>
                </a:cubicBezTo>
                <a:cubicBezTo>
                  <a:pt x="4352366" y="3615221"/>
                  <a:pt x="4414868" y="3674520"/>
                  <a:pt x="4491955" y="3711997"/>
                </a:cubicBezTo>
                <a:cubicBezTo>
                  <a:pt x="4569044" y="3749473"/>
                  <a:pt x="4666412" y="3768212"/>
                  <a:pt x="4784061" y="3768212"/>
                </a:cubicBezTo>
                <a:cubicBezTo>
                  <a:pt x="4899812" y="3768212"/>
                  <a:pt x="4996469" y="3746509"/>
                  <a:pt x="5074031" y="3703102"/>
                </a:cubicBezTo>
                <a:cubicBezTo>
                  <a:pt x="5151595" y="3659695"/>
                  <a:pt x="5210893" y="3598973"/>
                  <a:pt x="5251927" y="3520936"/>
                </a:cubicBezTo>
                <a:cubicBezTo>
                  <a:pt x="5292962" y="3442899"/>
                  <a:pt x="5313480" y="3342922"/>
                  <a:pt x="5313480" y="3221004"/>
                </a:cubicBezTo>
                <a:cubicBezTo>
                  <a:pt x="5313480" y="3053069"/>
                  <a:pt x="5266515" y="2922494"/>
                  <a:pt x="5172586" y="2829276"/>
                </a:cubicBezTo>
                <a:cubicBezTo>
                  <a:pt x="5078657" y="2736059"/>
                  <a:pt x="4944879" y="2689450"/>
                  <a:pt x="4771252" y="2689450"/>
                </a:cubicBezTo>
                <a:close/>
                <a:moveTo>
                  <a:pt x="3598997" y="1115593"/>
                </a:moveTo>
                <a:lnTo>
                  <a:pt x="3714140" y="1490598"/>
                </a:lnTo>
                <a:lnTo>
                  <a:pt x="3485054" y="1490598"/>
                </a:lnTo>
                <a:close/>
                <a:moveTo>
                  <a:pt x="5484242" y="845191"/>
                </a:moveTo>
                <a:lnTo>
                  <a:pt x="5484242" y="1888374"/>
                </a:lnTo>
                <a:lnTo>
                  <a:pt x="5806590" y="1888374"/>
                </a:lnTo>
                <a:lnTo>
                  <a:pt x="5806590" y="1633816"/>
                </a:lnTo>
                <a:lnTo>
                  <a:pt x="5973134" y="1459367"/>
                </a:lnTo>
                <a:lnTo>
                  <a:pt x="6193080" y="1888374"/>
                </a:lnTo>
                <a:lnTo>
                  <a:pt x="6590044" y="1888374"/>
                </a:lnTo>
                <a:lnTo>
                  <a:pt x="6192290" y="1238942"/>
                </a:lnTo>
                <a:lnTo>
                  <a:pt x="6572966" y="845191"/>
                </a:lnTo>
                <a:lnTo>
                  <a:pt x="6144248" y="845191"/>
                </a:lnTo>
                <a:lnTo>
                  <a:pt x="5806590" y="1239409"/>
                </a:lnTo>
                <a:lnTo>
                  <a:pt x="5806590" y="845191"/>
                </a:lnTo>
                <a:close/>
                <a:moveTo>
                  <a:pt x="4275279" y="845191"/>
                </a:moveTo>
                <a:lnTo>
                  <a:pt x="4275279" y="1888374"/>
                </a:lnTo>
                <a:lnTo>
                  <a:pt x="4578414" y="1888374"/>
                </a:lnTo>
                <a:lnTo>
                  <a:pt x="4578414" y="1315593"/>
                </a:lnTo>
                <a:lnTo>
                  <a:pt x="4969074" y="1888374"/>
                </a:lnTo>
                <a:lnTo>
                  <a:pt x="5272920" y="1888374"/>
                </a:lnTo>
                <a:lnTo>
                  <a:pt x="5272920" y="845191"/>
                </a:lnTo>
                <a:lnTo>
                  <a:pt x="4969074" y="845191"/>
                </a:lnTo>
                <a:lnTo>
                  <a:pt x="4969074" y="1422331"/>
                </a:lnTo>
                <a:lnTo>
                  <a:pt x="4576279" y="845191"/>
                </a:lnTo>
                <a:close/>
                <a:moveTo>
                  <a:pt x="3427149" y="845191"/>
                </a:moveTo>
                <a:lnTo>
                  <a:pt x="3035066" y="1888374"/>
                </a:lnTo>
                <a:lnTo>
                  <a:pt x="3364196" y="1888374"/>
                </a:lnTo>
                <a:lnTo>
                  <a:pt x="3415041" y="1716171"/>
                </a:lnTo>
                <a:lnTo>
                  <a:pt x="3781007" y="1716171"/>
                </a:lnTo>
                <a:lnTo>
                  <a:pt x="3833197" y="1888374"/>
                </a:lnTo>
                <a:lnTo>
                  <a:pt x="4170755" y="1888374"/>
                </a:lnTo>
                <a:lnTo>
                  <a:pt x="3778761" y="845191"/>
                </a:lnTo>
                <a:close/>
                <a:moveTo>
                  <a:pt x="1931417" y="845191"/>
                </a:moveTo>
                <a:lnTo>
                  <a:pt x="1931417" y="1888374"/>
                </a:lnTo>
                <a:lnTo>
                  <a:pt x="2253765" y="1888374"/>
                </a:lnTo>
                <a:lnTo>
                  <a:pt x="2253765" y="1466405"/>
                </a:lnTo>
                <a:lnTo>
                  <a:pt x="2605999" y="1466405"/>
                </a:lnTo>
                <a:lnTo>
                  <a:pt x="2605999" y="1888374"/>
                </a:lnTo>
                <a:lnTo>
                  <a:pt x="2929770" y="1888374"/>
                </a:lnTo>
                <a:lnTo>
                  <a:pt x="2929770" y="845191"/>
                </a:lnTo>
                <a:lnTo>
                  <a:pt x="2605999" y="845191"/>
                </a:lnTo>
                <a:lnTo>
                  <a:pt x="2605999" y="1210234"/>
                </a:lnTo>
                <a:lnTo>
                  <a:pt x="2253765" y="1210234"/>
                </a:lnTo>
                <a:lnTo>
                  <a:pt x="2253765" y="845191"/>
                </a:lnTo>
                <a:close/>
                <a:moveTo>
                  <a:pt x="808951" y="845191"/>
                </a:moveTo>
                <a:lnTo>
                  <a:pt x="808951" y="1102785"/>
                </a:lnTo>
                <a:lnTo>
                  <a:pt x="1137703" y="1102785"/>
                </a:lnTo>
                <a:lnTo>
                  <a:pt x="1137703" y="1888374"/>
                </a:lnTo>
                <a:lnTo>
                  <a:pt x="1460051" y="1888374"/>
                </a:lnTo>
                <a:lnTo>
                  <a:pt x="1460051" y="1102785"/>
                </a:lnTo>
                <a:lnTo>
                  <a:pt x="1788803" y="1102785"/>
                </a:lnTo>
                <a:lnTo>
                  <a:pt x="1788803" y="845191"/>
                </a:lnTo>
                <a:close/>
                <a:moveTo>
                  <a:pt x="0" y="0"/>
                </a:moveTo>
                <a:lnTo>
                  <a:pt x="6705600" y="0"/>
                </a:lnTo>
                <a:lnTo>
                  <a:pt x="6747164" y="0"/>
                </a:lnTo>
                <a:lnTo>
                  <a:pt x="12192000" y="0"/>
                </a:lnTo>
                <a:lnTo>
                  <a:pt x="12192000" y="360217"/>
                </a:lnTo>
                <a:lnTo>
                  <a:pt x="6747164" y="360217"/>
                </a:lnTo>
                <a:lnTo>
                  <a:pt x="6747164" y="6480466"/>
                </a:lnTo>
                <a:lnTo>
                  <a:pt x="12192000" y="6480466"/>
                </a:lnTo>
                <a:lnTo>
                  <a:pt x="12192000" y="6840683"/>
                </a:lnTo>
                <a:lnTo>
                  <a:pt x="6747164" y="6840683"/>
                </a:lnTo>
                <a:lnTo>
                  <a:pt x="6747164" y="6858000"/>
                </a:lnTo>
                <a:lnTo>
                  <a:pt x="0" y="6858000"/>
                </a:lnTo>
                <a:close/>
              </a:path>
            </a:pathLst>
          </a:cu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Box 3">
            <a:extLst>
              <a:ext uri="{FF2B5EF4-FFF2-40B4-BE49-F238E27FC236}">
                <a16:creationId xmlns:a16="http://schemas.microsoft.com/office/drawing/2014/main" id="{FB6F89F8-763C-8678-D0FB-CCC06803DBEE}"/>
              </a:ext>
            </a:extLst>
          </p:cNvPr>
          <p:cNvSpPr txBox="1"/>
          <p:nvPr/>
        </p:nvSpPr>
        <p:spPr>
          <a:xfrm>
            <a:off x="568009" y="5764307"/>
            <a:ext cx="3505201" cy="369332"/>
          </a:xfrm>
          <a:prstGeom prst="rect">
            <a:avLst/>
          </a:prstGeom>
          <a:noFill/>
        </p:spPr>
        <p:txBody>
          <a:bodyPr wrap="square" rtlCol="0">
            <a:spAutoFit/>
          </a:bodyPr>
          <a:lstStyle/>
          <a:p>
            <a:r>
              <a:rPr lang="en-US" dirty="0">
                <a:solidFill>
                  <a:schemeClr val="bg1"/>
                </a:solidFill>
                <a:hlinkClick r:id="rId4"/>
              </a:rPr>
              <a:t>https://ayursense-3.onrender.com/</a:t>
            </a:r>
            <a:endParaRPr lang="en-US" dirty="0">
              <a:solidFill>
                <a:schemeClr val="bg1"/>
              </a:solidFill>
            </a:endParaRPr>
          </a:p>
        </p:txBody>
      </p:sp>
      <p:sp>
        <p:nvSpPr>
          <p:cNvPr id="5" name="TextBox 4">
            <a:extLst>
              <a:ext uri="{FF2B5EF4-FFF2-40B4-BE49-F238E27FC236}">
                <a16:creationId xmlns:a16="http://schemas.microsoft.com/office/drawing/2014/main" id="{3853B860-C467-3242-EE07-D67BA7A34026}"/>
              </a:ext>
            </a:extLst>
          </p:cNvPr>
          <p:cNvSpPr txBox="1"/>
          <p:nvPr/>
        </p:nvSpPr>
        <p:spPr>
          <a:xfrm>
            <a:off x="600636" y="5430834"/>
            <a:ext cx="2752164" cy="369332"/>
          </a:xfrm>
          <a:prstGeom prst="rect">
            <a:avLst/>
          </a:prstGeom>
          <a:noFill/>
        </p:spPr>
        <p:txBody>
          <a:bodyPr wrap="square" rtlCol="0">
            <a:spAutoFit/>
          </a:bodyPr>
          <a:lstStyle/>
          <a:p>
            <a:r>
              <a:rPr lang="en-US" dirty="0">
                <a:solidFill>
                  <a:schemeClr val="bg1"/>
                </a:solidFill>
              </a:rPr>
              <a:t>Please visit our website</a:t>
            </a:r>
          </a:p>
        </p:txBody>
      </p:sp>
    </p:spTree>
    <p:extLst>
      <p:ext uri="{BB962C8B-B14F-4D97-AF65-F5344CB8AC3E}">
        <p14:creationId xmlns:p14="http://schemas.microsoft.com/office/powerpoint/2010/main" val="3940682283"/>
      </p:ext>
    </p:extLst>
  </p:cSld>
  <p:clrMapOvr>
    <a:masterClrMapping/>
  </p:clrMapOvr>
  <mc:AlternateContent xmlns:mc="http://schemas.openxmlformats.org/markup-compatibility/2006" xmlns:p14="http://schemas.microsoft.com/office/powerpoint/2010/main">
    <mc:Choice Requires="p14">
      <p:transition spd="slow" p14:dur="1600">
        <p14:gallery dir="l"/>
      </p:transition>
    </mc:Choice>
    <mc:Fallback xmlns="">
      <p:transition spd="slow">
        <p:fade/>
      </p:transition>
    </mc:Fallback>
  </mc:AlternateContent>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
  <TotalTime>4591</TotalTime>
  <Words>1339</Words>
  <Application>Microsoft Office PowerPoint</Application>
  <PresentationFormat>Widescreen</PresentationFormat>
  <Paragraphs>99</Paragraphs>
  <Slides>43</Slides>
  <Notes>0</Notes>
  <HiddenSlides>0</HiddenSlides>
  <MMClips>1</MMClips>
  <ScaleCrop>false</ScaleCrop>
  <HeadingPairs>
    <vt:vector size="6" baseType="variant">
      <vt:variant>
        <vt:lpstr>Fonts Used</vt:lpstr>
      </vt:variant>
      <vt:variant>
        <vt:i4>8</vt:i4>
      </vt:variant>
      <vt:variant>
        <vt:lpstr>Theme</vt:lpstr>
      </vt:variant>
      <vt:variant>
        <vt:i4>1</vt:i4>
      </vt:variant>
      <vt:variant>
        <vt:lpstr>Slide Titles</vt:lpstr>
      </vt:variant>
      <vt:variant>
        <vt:i4>43</vt:i4>
      </vt:variant>
    </vt:vector>
  </HeadingPairs>
  <TitlesOfParts>
    <vt:vector size="52" baseType="lpstr">
      <vt:lpstr>Arial</vt:lpstr>
      <vt:lpstr>Arial Black</vt:lpstr>
      <vt:lpstr>Bradley Hand ITC</vt:lpstr>
      <vt:lpstr>Calibri</vt:lpstr>
      <vt:lpstr>Calibri Light</vt:lpstr>
      <vt:lpstr>Georgia</vt:lpstr>
      <vt:lpstr>Times New Roman</vt:lpstr>
      <vt:lpstr>Wingdings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asus</dc:creator>
  <cp:lastModifiedBy>Manya Thapliyal</cp:lastModifiedBy>
  <cp:revision>219</cp:revision>
  <dcterms:created xsi:type="dcterms:W3CDTF">2025-07-28T07:44:11Z</dcterms:created>
  <dcterms:modified xsi:type="dcterms:W3CDTF">2026-04-27T17:53:02Z</dcterms:modified>
</cp:coreProperties>
</file>